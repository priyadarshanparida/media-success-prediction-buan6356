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28" r:id="rId1"/>
  </p:sldMasterIdLst>
  <p:notesMasterIdLst>
    <p:notesMasterId r:id="rId18"/>
  </p:notesMasterIdLst>
  <p:sldIdLst>
    <p:sldId id="359" r:id="rId2"/>
    <p:sldId id="364" r:id="rId3"/>
    <p:sldId id="370" r:id="rId4"/>
    <p:sldId id="351" r:id="rId5"/>
    <p:sldId id="352" r:id="rId6"/>
    <p:sldId id="368" r:id="rId7"/>
    <p:sldId id="357" r:id="rId8"/>
    <p:sldId id="358" r:id="rId9"/>
    <p:sldId id="371" r:id="rId10"/>
    <p:sldId id="360" r:id="rId11"/>
    <p:sldId id="365" r:id="rId12"/>
    <p:sldId id="366" r:id="rId13"/>
    <p:sldId id="369" r:id="rId14"/>
    <p:sldId id="362" r:id="rId15"/>
    <p:sldId id="361" r:id="rId16"/>
    <p:sldId id="3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EF297F-A794-8A82-83A9-966976C4690E}" name="Rojas Menjivar, Silvia Gabriela" initials="RG" userId="S::sgr240001@utdallas.edu::80cc8f04-0a3b-40b9-b9d8-ae103a27d028" providerId="AD"/>
  <p188:author id="{65CBF2D4-F232-AFD2-5E7D-6F21ED9AAF7D}" name="Iyer, Vaishnavi Suresh" initials="" userId="S::vsi200000@utdallas.edu::d5253768-7794-4159-9fac-3d47ce73780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764E4"/>
    <a:srgbClr val="15136E"/>
    <a:srgbClr val="EDF2FB"/>
    <a:srgbClr val="3B3059"/>
    <a:srgbClr val="FB466B"/>
    <a:srgbClr val="00FDFF"/>
    <a:srgbClr val="D662A1"/>
    <a:srgbClr val="3DBECA"/>
    <a:srgbClr val="7030A0"/>
    <a:srgbClr val="AB66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94932D-F8F6-AB45-8D18-D9AFE29B4435}" v="18" dt="2025-12-04T01:16:48.1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22"/>
    <p:restoredTop sz="96747"/>
  </p:normalViewPr>
  <p:slideViewPr>
    <p:cSldViewPr snapToGrid="0">
      <p:cViewPr varScale="1">
        <p:scale>
          <a:sx n="146" d="100"/>
          <a:sy n="146" d="100"/>
        </p:scale>
        <p:origin x="7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ida, Priyadarshan" userId="e6233861-e335-4431-9103-58729923eb1d" providerId="ADAL" clId="{54BE5071-B3A7-5217-A126-6BBE866F922C}"/>
    <pc:docChg chg="undo redo custSel addSld delSld modSld sldOrd modMainMaster">
      <pc:chgData name="Parida, Priyadarshan" userId="e6233861-e335-4431-9103-58729923eb1d" providerId="ADAL" clId="{54BE5071-B3A7-5217-A126-6BBE866F922C}" dt="2025-12-04T01:49:07.454" v="14514" actId="20577"/>
      <pc:docMkLst>
        <pc:docMk/>
      </pc:docMkLst>
      <pc:sldChg chg="addSp modSp new mod modClrScheme chgLayout">
        <pc:chgData name="Parida, Priyadarshan" userId="e6233861-e335-4431-9103-58729923eb1d" providerId="ADAL" clId="{54BE5071-B3A7-5217-A126-6BBE866F922C}" dt="2025-12-04T00:07:43.139" v="14418" actId="14100"/>
        <pc:sldMkLst>
          <pc:docMk/>
          <pc:sldMk cId="2842461851" sldId="351"/>
        </pc:sldMkLst>
        <pc:spChg chg="mod ord">
          <ac:chgData name="Parida, Priyadarshan" userId="e6233861-e335-4431-9103-58729923eb1d" providerId="ADAL" clId="{54BE5071-B3A7-5217-A126-6BBE866F922C}" dt="2025-11-26T08:15:43.446" v="4542"/>
          <ac:spMkLst>
            <pc:docMk/>
            <pc:sldMk cId="2842461851" sldId="351"/>
            <ac:spMk id="2" creationId="{61112BA4-E248-D3C2-D1D3-D9F2FAA5DC75}"/>
          </ac:spMkLst>
        </pc:spChg>
        <pc:spChg chg="add mod">
          <ac:chgData name="Parida, Priyadarshan" userId="e6233861-e335-4431-9103-58729923eb1d" providerId="ADAL" clId="{54BE5071-B3A7-5217-A126-6BBE866F922C}" dt="2025-12-04T00:07:43.139" v="14418" actId="14100"/>
          <ac:spMkLst>
            <pc:docMk/>
            <pc:sldMk cId="2842461851" sldId="351"/>
            <ac:spMk id="4" creationId="{F3957172-CF0C-FF86-80C0-5BB2BDD4BC47}"/>
          </ac:spMkLst>
        </pc:spChg>
        <pc:spChg chg="add mod">
          <ac:chgData name="Parida, Priyadarshan" userId="e6233861-e335-4431-9103-58729923eb1d" providerId="ADAL" clId="{54BE5071-B3A7-5217-A126-6BBE866F922C}" dt="2025-11-26T06:37:49.157" v="3621" actId="404"/>
          <ac:spMkLst>
            <pc:docMk/>
            <pc:sldMk cId="2842461851" sldId="351"/>
            <ac:spMk id="5" creationId="{EBB8375F-3304-5484-F0F3-C1E730DB611E}"/>
          </ac:spMkLst>
        </pc:spChg>
        <pc:spChg chg="add mod">
          <ac:chgData name="Parida, Priyadarshan" userId="e6233861-e335-4431-9103-58729923eb1d" providerId="ADAL" clId="{54BE5071-B3A7-5217-A126-6BBE866F922C}" dt="2025-11-26T04:53:24.388" v="2198" actId="207"/>
          <ac:spMkLst>
            <pc:docMk/>
            <pc:sldMk cId="2842461851" sldId="351"/>
            <ac:spMk id="15" creationId="{5B4AED9D-1156-29F9-E24A-B2CF957D9485}"/>
          </ac:spMkLst>
        </pc:spChg>
        <pc:spChg chg="add mod">
          <ac:chgData name="Parida, Priyadarshan" userId="e6233861-e335-4431-9103-58729923eb1d" providerId="ADAL" clId="{54BE5071-B3A7-5217-A126-6BBE866F922C}" dt="2025-11-26T04:52:52.750" v="2191"/>
          <ac:spMkLst>
            <pc:docMk/>
            <pc:sldMk cId="2842461851" sldId="351"/>
            <ac:spMk id="16" creationId="{9805BEEC-B7F5-99D4-5A39-E79896F73036}"/>
          </ac:spMkLst>
        </pc:spChg>
        <pc:spChg chg="add mod">
          <ac:chgData name="Parida, Priyadarshan" userId="e6233861-e335-4431-9103-58729923eb1d" providerId="ADAL" clId="{54BE5071-B3A7-5217-A126-6BBE866F922C}" dt="2025-11-26T08:04:18.662" v="4510" actId="404"/>
          <ac:spMkLst>
            <pc:docMk/>
            <pc:sldMk cId="2842461851" sldId="351"/>
            <ac:spMk id="18" creationId="{8E555853-246D-2ACE-E736-142E688854AE}"/>
          </ac:spMkLst>
        </pc:spChg>
        <pc:spChg chg="mod">
          <ac:chgData name="Parida, Priyadarshan" userId="e6233861-e335-4431-9103-58729923eb1d" providerId="ADAL" clId="{54BE5071-B3A7-5217-A126-6BBE866F922C}" dt="2025-11-26T05:22:35.720" v="2326"/>
          <ac:spMkLst>
            <pc:docMk/>
            <pc:sldMk cId="2842461851" sldId="351"/>
            <ac:spMk id="20" creationId="{10E2CDC5-9692-D685-320E-57A59197D24B}"/>
          </ac:spMkLst>
        </pc:spChg>
        <pc:spChg chg="mod">
          <ac:chgData name="Parida, Priyadarshan" userId="e6233861-e335-4431-9103-58729923eb1d" providerId="ADAL" clId="{54BE5071-B3A7-5217-A126-6BBE866F922C}" dt="2025-11-26T05:22:51.928" v="2329" actId="20577"/>
          <ac:spMkLst>
            <pc:docMk/>
            <pc:sldMk cId="2842461851" sldId="351"/>
            <ac:spMk id="21" creationId="{FDF64B62-2F55-F052-AD28-ECB7F30F3195}"/>
          </ac:spMkLst>
        </pc:spChg>
        <pc:spChg chg="add mod">
          <ac:chgData name="Parida, Priyadarshan" userId="e6233861-e335-4431-9103-58729923eb1d" providerId="ADAL" clId="{54BE5071-B3A7-5217-A126-6BBE866F922C}" dt="2025-11-26T08:04:07.225" v="4508" actId="404"/>
          <ac:spMkLst>
            <pc:docMk/>
            <pc:sldMk cId="2842461851" sldId="351"/>
            <ac:spMk id="22" creationId="{961616A7-5F4B-BB3B-BF44-B5C94B54CE21}"/>
          </ac:spMkLst>
        </pc:spChg>
        <pc:spChg chg="add mod">
          <ac:chgData name="Parida, Priyadarshan" userId="e6233861-e335-4431-9103-58729923eb1d" providerId="ADAL" clId="{54BE5071-B3A7-5217-A126-6BBE866F922C}" dt="2025-11-26T06:37:49.157" v="3621" actId="404"/>
          <ac:spMkLst>
            <pc:docMk/>
            <pc:sldMk cId="2842461851" sldId="351"/>
            <ac:spMk id="24" creationId="{5A1E7BCB-1FDB-673C-EB85-818E81593122}"/>
          </ac:spMkLst>
        </pc:spChg>
        <pc:spChg chg="mod">
          <ac:chgData name="Parida, Priyadarshan" userId="e6233861-e335-4431-9103-58729923eb1d" providerId="ADAL" clId="{54BE5071-B3A7-5217-A126-6BBE866F922C}" dt="2025-11-26T05:54:24.853" v="2699"/>
          <ac:spMkLst>
            <pc:docMk/>
            <pc:sldMk cId="2842461851" sldId="351"/>
            <ac:spMk id="26" creationId="{B6E2C426-C3CF-ACDC-CD0A-67175462F741}"/>
          </ac:spMkLst>
        </pc:spChg>
        <pc:spChg chg="mod">
          <ac:chgData name="Parida, Priyadarshan" userId="e6233861-e335-4431-9103-58729923eb1d" providerId="ADAL" clId="{54BE5071-B3A7-5217-A126-6BBE866F922C}" dt="2025-11-26T05:54:36.580" v="2704" actId="20577"/>
          <ac:spMkLst>
            <pc:docMk/>
            <pc:sldMk cId="2842461851" sldId="351"/>
            <ac:spMk id="27" creationId="{4B649EE2-C336-E4C6-B00F-34AF6170B788}"/>
          </ac:spMkLst>
        </pc:spChg>
        <pc:spChg chg="add mod">
          <ac:chgData name="Parida, Priyadarshan" userId="e6233861-e335-4431-9103-58729923eb1d" providerId="ADAL" clId="{54BE5071-B3A7-5217-A126-6BBE866F922C}" dt="2025-11-26T08:03:58.449" v="4506" actId="403"/>
          <ac:spMkLst>
            <pc:docMk/>
            <pc:sldMk cId="2842461851" sldId="351"/>
            <ac:spMk id="28" creationId="{3CC55534-4733-DD71-1E1C-D07E1AFCC4AA}"/>
          </ac:spMkLst>
        </pc:spChg>
        <pc:spChg chg="mod">
          <ac:chgData name="Parida, Priyadarshan" userId="e6233861-e335-4431-9103-58729923eb1d" providerId="ADAL" clId="{54BE5071-B3A7-5217-A126-6BBE866F922C}" dt="2025-11-26T05:58:30.229" v="2859"/>
          <ac:spMkLst>
            <pc:docMk/>
            <pc:sldMk cId="2842461851" sldId="351"/>
            <ac:spMk id="30" creationId="{DDD5CFC1-5074-AF1E-BEF0-1DD5C82B13C8}"/>
          </ac:spMkLst>
        </pc:spChg>
        <pc:spChg chg="mod">
          <ac:chgData name="Parida, Priyadarshan" userId="e6233861-e335-4431-9103-58729923eb1d" providerId="ADAL" clId="{54BE5071-B3A7-5217-A126-6BBE866F922C}" dt="2025-11-26T05:58:39.382" v="2862" actId="20577"/>
          <ac:spMkLst>
            <pc:docMk/>
            <pc:sldMk cId="2842461851" sldId="351"/>
            <ac:spMk id="31" creationId="{B89F138B-BD13-4F7C-72CF-CA72E49CBA24}"/>
          </ac:spMkLst>
        </pc:spChg>
        <pc:spChg chg="add mod">
          <ac:chgData name="Parida, Priyadarshan" userId="e6233861-e335-4431-9103-58729923eb1d" providerId="ADAL" clId="{54BE5071-B3A7-5217-A126-6BBE866F922C}" dt="2025-11-27T04:30:30.661" v="7605" actId="20577"/>
          <ac:spMkLst>
            <pc:docMk/>
            <pc:sldMk cId="2842461851" sldId="351"/>
            <ac:spMk id="32" creationId="{B9B828B3-3326-FECC-3356-A3D064618B8F}"/>
          </ac:spMkLst>
        </pc:spChg>
        <pc:grpChg chg="add mod">
          <ac:chgData name="Parida, Priyadarshan" userId="e6233861-e335-4431-9103-58729923eb1d" providerId="ADAL" clId="{54BE5071-B3A7-5217-A126-6BBE866F922C}" dt="2025-11-26T06:38:52.035" v="3625" actId="1076"/>
          <ac:grpSpMkLst>
            <pc:docMk/>
            <pc:sldMk cId="2842461851" sldId="351"/>
            <ac:grpSpMk id="17" creationId="{4E4564EE-BF79-0004-0C65-20F493BB0CC8}"/>
          </ac:grpSpMkLst>
        </pc:grpChg>
        <pc:grpChg chg="add mod">
          <ac:chgData name="Parida, Priyadarshan" userId="e6233861-e335-4431-9103-58729923eb1d" providerId="ADAL" clId="{54BE5071-B3A7-5217-A126-6BBE866F922C}" dt="2025-11-26T06:38:52.035" v="3625" actId="1076"/>
          <ac:grpSpMkLst>
            <pc:docMk/>
            <pc:sldMk cId="2842461851" sldId="351"/>
            <ac:grpSpMk id="19" creationId="{A6B4F785-B3C4-8A1D-FBBB-9F3EFE3A741C}"/>
          </ac:grpSpMkLst>
        </pc:grpChg>
        <pc:grpChg chg="add mod">
          <ac:chgData name="Parida, Priyadarshan" userId="e6233861-e335-4431-9103-58729923eb1d" providerId="ADAL" clId="{54BE5071-B3A7-5217-A126-6BBE866F922C}" dt="2025-11-26T06:38:52.035" v="3625" actId="1076"/>
          <ac:grpSpMkLst>
            <pc:docMk/>
            <pc:sldMk cId="2842461851" sldId="351"/>
            <ac:grpSpMk id="25" creationId="{FD5BFB21-142D-43A0-0B34-5CF69E8F0AD5}"/>
          </ac:grpSpMkLst>
        </pc:grpChg>
        <pc:grpChg chg="add mod">
          <ac:chgData name="Parida, Priyadarshan" userId="e6233861-e335-4431-9103-58729923eb1d" providerId="ADAL" clId="{54BE5071-B3A7-5217-A126-6BBE866F922C}" dt="2025-11-26T06:38:52.035" v="3625" actId="1076"/>
          <ac:grpSpMkLst>
            <pc:docMk/>
            <pc:sldMk cId="2842461851" sldId="351"/>
            <ac:grpSpMk id="29" creationId="{DFA6D09D-D02D-50CE-694F-3BEF5A31945D}"/>
          </ac:grpSpMkLst>
        </pc:grpChg>
        <pc:graphicFrameChg chg="add mod modGraphic">
          <ac:chgData name="Parida, Priyadarshan" userId="e6233861-e335-4431-9103-58729923eb1d" providerId="ADAL" clId="{54BE5071-B3A7-5217-A126-6BBE866F922C}" dt="2025-11-26T06:05:22.676" v="3095" actId="20577"/>
          <ac:graphicFrameMkLst>
            <pc:docMk/>
            <pc:sldMk cId="2842461851" sldId="351"/>
            <ac:graphicFrameMk id="3" creationId="{A381527E-2B6D-564B-ABCA-1DBC3F0DBC32}"/>
          </ac:graphicFrameMkLst>
        </pc:graphicFrameChg>
        <pc:graphicFrameChg chg="add mod modGraphic">
          <ac:chgData name="Parida, Priyadarshan" userId="e6233861-e335-4431-9103-58729923eb1d" providerId="ADAL" clId="{54BE5071-B3A7-5217-A126-6BBE866F922C}" dt="2025-11-27T04:40:40.102" v="7729"/>
          <ac:graphicFrameMkLst>
            <pc:docMk/>
            <pc:sldMk cId="2842461851" sldId="351"/>
            <ac:graphicFrameMk id="23" creationId="{1F7EEFCC-FEFA-B088-1ED2-EE315CA89E94}"/>
          </ac:graphicFrameMkLst>
        </pc:graphicFrameChg>
      </pc:sldChg>
      <pc:sldChg chg="addSp delSp modSp add mod">
        <pc:chgData name="Parida, Priyadarshan" userId="e6233861-e335-4431-9103-58729923eb1d" providerId="ADAL" clId="{54BE5071-B3A7-5217-A126-6BBE866F922C}" dt="2025-11-26T08:15:46.311" v="4543"/>
        <pc:sldMkLst>
          <pc:docMk/>
          <pc:sldMk cId="678450292" sldId="352"/>
        </pc:sldMkLst>
        <pc:spChg chg="mod">
          <ac:chgData name="Parida, Priyadarshan" userId="e6233861-e335-4431-9103-58729923eb1d" providerId="ADAL" clId="{54BE5071-B3A7-5217-A126-6BBE866F922C}" dt="2025-11-26T08:15:46.311" v="4543"/>
          <ac:spMkLst>
            <pc:docMk/>
            <pc:sldMk cId="678450292" sldId="352"/>
            <ac:spMk id="2" creationId="{B24C0188-2BFE-3FF9-BC4A-70384982F43E}"/>
          </ac:spMkLst>
        </pc:spChg>
        <pc:spChg chg="add mod">
          <ac:chgData name="Parida, Priyadarshan" userId="e6233861-e335-4431-9103-58729923eb1d" providerId="ADAL" clId="{54BE5071-B3A7-5217-A126-6BBE866F922C}" dt="2025-11-26T06:53:33.067" v="4084" actId="20577"/>
          <ac:spMkLst>
            <pc:docMk/>
            <pc:sldMk cId="678450292" sldId="352"/>
            <ac:spMk id="7" creationId="{E7D265A8-D473-EAF5-5E28-137D569954E5}"/>
          </ac:spMkLst>
        </pc:spChg>
        <pc:spChg chg="add mod">
          <ac:chgData name="Parida, Priyadarshan" userId="e6233861-e335-4431-9103-58729923eb1d" providerId="ADAL" clId="{54BE5071-B3A7-5217-A126-6BBE866F922C}" dt="2025-11-26T06:37:35.078" v="3620" actId="404"/>
          <ac:spMkLst>
            <pc:docMk/>
            <pc:sldMk cId="678450292" sldId="352"/>
            <ac:spMk id="9" creationId="{A22FE8ED-B5C3-755C-A396-A708C22838E0}"/>
          </ac:spMkLst>
        </pc:spChg>
        <pc:spChg chg="mod">
          <ac:chgData name="Parida, Priyadarshan" userId="e6233861-e335-4431-9103-58729923eb1d" providerId="ADAL" clId="{54BE5071-B3A7-5217-A126-6BBE866F922C}" dt="2025-11-26T08:02:57.667" v="4487" actId="404"/>
          <ac:spMkLst>
            <pc:docMk/>
            <pc:sldMk cId="678450292" sldId="352"/>
            <ac:spMk id="18" creationId="{EFA5E0AB-5783-E4E5-73A3-F72862E1FFEC}"/>
          </ac:spMkLst>
        </pc:spChg>
        <pc:spChg chg="mod">
          <ac:chgData name="Parida, Priyadarshan" userId="e6233861-e335-4431-9103-58729923eb1d" providerId="ADAL" clId="{54BE5071-B3A7-5217-A126-6BBE866F922C}" dt="2025-11-26T08:03:18.809" v="4494" actId="404"/>
          <ac:spMkLst>
            <pc:docMk/>
            <pc:sldMk cId="678450292" sldId="352"/>
            <ac:spMk id="22" creationId="{F0A9E0EA-DD00-13E3-1019-C1FD0B01F445}"/>
          </ac:spMkLst>
        </pc:spChg>
        <pc:spChg chg="mod">
          <ac:chgData name="Parida, Priyadarshan" userId="e6233861-e335-4431-9103-58729923eb1d" providerId="ADAL" clId="{54BE5071-B3A7-5217-A126-6BBE866F922C}" dt="2025-11-26T08:08:56.947" v="4541" actId="20577"/>
          <ac:spMkLst>
            <pc:docMk/>
            <pc:sldMk cId="678450292" sldId="352"/>
            <ac:spMk id="28" creationId="{7B783931-CE85-DFCE-E267-4B3F44F5EDF9}"/>
          </ac:spMkLst>
        </pc:spChg>
        <pc:spChg chg="mod">
          <ac:chgData name="Parida, Priyadarshan" userId="e6233861-e335-4431-9103-58729923eb1d" providerId="ADAL" clId="{54BE5071-B3A7-5217-A126-6BBE866F922C}" dt="2025-11-26T08:03:36.195" v="4500" actId="404"/>
          <ac:spMkLst>
            <pc:docMk/>
            <pc:sldMk cId="678450292" sldId="352"/>
            <ac:spMk id="32" creationId="{6A87EF6B-63CA-317B-5DD9-4EF6B0FBE96B}"/>
          </ac:spMkLst>
        </pc:spChg>
        <pc:graphicFrameChg chg="add mod modGraphic">
          <ac:chgData name="Parida, Priyadarshan" userId="e6233861-e335-4431-9103-58729923eb1d" providerId="ADAL" clId="{54BE5071-B3A7-5217-A126-6BBE866F922C}" dt="2025-11-26T06:56:38.463" v="4187"/>
          <ac:graphicFrameMkLst>
            <pc:docMk/>
            <pc:sldMk cId="678450292" sldId="352"/>
            <ac:graphicFrameMk id="4" creationId="{7C9C976C-41C2-977E-C6FF-A6CB6EB847A7}"/>
          </ac:graphicFrameMkLst>
        </pc:graphicFrameChg>
        <pc:graphicFrameChg chg="add mod modGraphic">
          <ac:chgData name="Parida, Priyadarshan" userId="e6233861-e335-4431-9103-58729923eb1d" providerId="ADAL" clId="{54BE5071-B3A7-5217-A126-6BBE866F922C}" dt="2025-11-26T06:56:44.218" v="4188"/>
          <ac:graphicFrameMkLst>
            <pc:docMk/>
            <pc:sldMk cId="678450292" sldId="352"/>
            <ac:graphicFrameMk id="8" creationId="{0464264E-F252-2403-D5D1-DBF9CC0FFB49}"/>
          </ac:graphicFrameMkLst>
        </pc:graphicFrameChg>
      </pc:sldChg>
      <pc:sldChg chg="addSp delSp modSp add mod">
        <pc:chgData name="Parida, Priyadarshan" userId="e6233861-e335-4431-9103-58729923eb1d" providerId="ADAL" clId="{54BE5071-B3A7-5217-A126-6BBE866F922C}" dt="2025-11-28T11:42:08.879" v="12172" actId="20577"/>
        <pc:sldMkLst>
          <pc:docMk/>
          <pc:sldMk cId="2535487681" sldId="357"/>
        </pc:sldMkLst>
        <pc:spChg chg="mod">
          <ac:chgData name="Parida, Priyadarshan" userId="e6233861-e335-4431-9103-58729923eb1d" providerId="ADAL" clId="{54BE5071-B3A7-5217-A126-6BBE866F922C}" dt="2025-11-27T03:14:05.075" v="6663"/>
          <ac:spMkLst>
            <pc:docMk/>
            <pc:sldMk cId="2535487681" sldId="357"/>
            <ac:spMk id="2" creationId="{5D7CCB37-E878-15A9-9C3E-72C608B6EF18}"/>
          </ac:spMkLst>
        </pc:spChg>
        <pc:spChg chg="mod">
          <ac:chgData name="Parida, Priyadarshan" userId="e6233861-e335-4431-9103-58729923eb1d" providerId="ADAL" clId="{54BE5071-B3A7-5217-A126-6BBE866F922C}" dt="2025-11-27T02:57:49.358" v="5927"/>
          <ac:spMkLst>
            <pc:docMk/>
            <pc:sldMk cId="2535487681" sldId="357"/>
            <ac:spMk id="4" creationId="{198370DB-922E-0D01-7E83-801A763BEADE}"/>
          </ac:spMkLst>
        </pc:spChg>
        <pc:spChg chg="mod">
          <ac:chgData name="Parida, Priyadarshan" userId="e6233861-e335-4431-9103-58729923eb1d" providerId="ADAL" clId="{54BE5071-B3A7-5217-A126-6BBE866F922C}" dt="2025-11-27T02:58:50.627" v="5982" actId="20577"/>
          <ac:spMkLst>
            <pc:docMk/>
            <pc:sldMk cId="2535487681" sldId="357"/>
            <ac:spMk id="5" creationId="{764849E9-DE21-7F4F-AE49-C9428C01DFAB}"/>
          </ac:spMkLst>
        </pc:spChg>
        <pc:spChg chg="add mod">
          <ac:chgData name="Parida, Priyadarshan" userId="e6233861-e335-4431-9103-58729923eb1d" providerId="ADAL" clId="{54BE5071-B3A7-5217-A126-6BBE866F922C}" dt="2025-11-27T04:09:34.217" v="6956" actId="20577"/>
          <ac:spMkLst>
            <pc:docMk/>
            <pc:sldMk cId="2535487681" sldId="357"/>
            <ac:spMk id="6" creationId="{586094F0-146A-893B-1346-F48DB2FC6C02}"/>
          </ac:spMkLst>
        </pc:spChg>
        <pc:spChg chg="mod">
          <ac:chgData name="Parida, Priyadarshan" userId="e6233861-e335-4431-9103-58729923eb1d" providerId="ADAL" clId="{54BE5071-B3A7-5217-A126-6BBE866F922C}" dt="2025-11-27T03:01:58.566" v="6128"/>
          <ac:spMkLst>
            <pc:docMk/>
            <pc:sldMk cId="2535487681" sldId="357"/>
            <ac:spMk id="13" creationId="{41A4EFF0-ACBD-A4A8-15FD-1539D880C6CA}"/>
          </ac:spMkLst>
        </pc:spChg>
        <pc:spChg chg="mod">
          <ac:chgData name="Parida, Priyadarshan" userId="e6233861-e335-4431-9103-58729923eb1d" providerId="ADAL" clId="{54BE5071-B3A7-5217-A126-6BBE866F922C}" dt="2025-11-27T03:07:52.739" v="6557" actId="20577"/>
          <ac:spMkLst>
            <pc:docMk/>
            <pc:sldMk cId="2535487681" sldId="357"/>
            <ac:spMk id="14" creationId="{41B6AFD9-1AA7-D0B9-2C24-8A9CB6F68635}"/>
          </ac:spMkLst>
        </pc:spChg>
        <pc:spChg chg="add mod">
          <ac:chgData name="Parida, Priyadarshan" userId="e6233861-e335-4431-9103-58729923eb1d" providerId="ADAL" clId="{54BE5071-B3A7-5217-A126-6BBE866F922C}" dt="2025-11-27T04:00:20.262" v="6940" actId="14100"/>
          <ac:spMkLst>
            <pc:docMk/>
            <pc:sldMk cId="2535487681" sldId="357"/>
            <ac:spMk id="15" creationId="{2F893E4D-29BE-5BCE-1CDA-88D89F6B0ADE}"/>
          </ac:spMkLst>
        </pc:spChg>
        <pc:spChg chg="mod">
          <ac:chgData name="Parida, Priyadarshan" userId="e6233861-e335-4431-9103-58729923eb1d" providerId="ADAL" clId="{54BE5071-B3A7-5217-A126-6BBE866F922C}" dt="2025-11-27T03:09:40.598" v="6566"/>
          <ac:spMkLst>
            <pc:docMk/>
            <pc:sldMk cId="2535487681" sldId="357"/>
            <ac:spMk id="18" creationId="{8344F8E4-E8C6-76DD-1143-20A1412B6115}"/>
          </ac:spMkLst>
        </pc:spChg>
        <pc:spChg chg="mod">
          <ac:chgData name="Parida, Priyadarshan" userId="e6233861-e335-4431-9103-58729923eb1d" providerId="ADAL" clId="{54BE5071-B3A7-5217-A126-6BBE866F922C}" dt="2025-11-27T03:09:48.720" v="6569" actId="20577"/>
          <ac:spMkLst>
            <pc:docMk/>
            <pc:sldMk cId="2535487681" sldId="357"/>
            <ac:spMk id="19" creationId="{5BD10B7E-5EA5-E125-711C-AEED9AF4A30F}"/>
          </ac:spMkLst>
        </pc:spChg>
        <pc:spChg chg="mod">
          <ac:chgData name="Parida, Priyadarshan" userId="e6233861-e335-4431-9103-58729923eb1d" providerId="ADAL" clId="{54BE5071-B3A7-5217-A126-6BBE866F922C}" dt="2025-11-27T02:58:45.727" v="5980" actId="1036"/>
          <ac:spMkLst>
            <pc:docMk/>
            <pc:sldMk cId="2535487681" sldId="357"/>
            <ac:spMk id="24" creationId="{8EBEB1D1-F28D-7575-5CAD-B8C64261EFD0}"/>
          </ac:spMkLst>
        </pc:spChg>
        <pc:spChg chg="mod">
          <ac:chgData name="Parida, Priyadarshan" userId="e6233861-e335-4431-9103-58729923eb1d" providerId="ADAL" clId="{54BE5071-B3A7-5217-A126-6BBE866F922C}" dt="2025-11-27T02:58:45.727" v="5980" actId="1036"/>
          <ac:spMkLst>
            <pc:docMk/>
            <pc:sldMk cId="2535487681" sldId="357"/>
            <ac:spMk id="25" creationId="{507105B4-0EC0-3F7D-096E-0482F5769425}"/>
          </ac:spMkLst>
        </pc:spChg>
        <pc:spChg chg="mod">
          <ac:chgData name="Parida, Priyadarshan" userId="e6233861-e335-4431-9103-58729923eb1d" providerId="ADAL" clId="{54BE5071-B3A7-5217-A126-6BBE866F922C}" dt="2025-11-27T02:58:45.727" v="5980" actId="1036"/>
          <ac:spMkLst>
            <pc:docMk/>
            <pc:sldMk cId="2535487681" sldId="357"/>
            <ac:spMk id="26" creationId="{F5C4E40E-B498-1D08-6C31-B9B6BB99D941}"/>
          </ac:spMkLst>
        </pc:spChg>
        <pc:spChg chg="mod">
          <ac:chgData name="Parida, Priyadarshan" userId="e6233861-e335-4431-9103-58729923eb1d" providerId="ADAL" clId="{54BE5071-B3A7-5217-A126-6BBE866F922C}" dt="2025-11-27T03:45:17.845" v="6911" actId="1038"/>
          <ac:spMkLst>
            <pc:docMk/>
            <pc:sldMk cId="2535487681" sldId="357"/>
            <ac:spMk id="27" creationId="{03E5734C-90AF-53A1-F0F5-C280841C7725}"/>
          </ac:spMkLst>
        </pc:spChg>
        <pc:spChg chg="mod">
          <ac:chgData name="Parida, Priyadarshan" userId="e6233861-e335-4431-9103-58729923eb1d" providerId="ADAL" clId="{54BE5071-B3A7-5217-A126-6BBE866F922C}" dt="2025-11-27T03:28:32.997" v="6881" actId="1036"/>
          <ac:spMkLst>
            <pc:docMk/>
            <pc:sldMk cId="2535487681" sldId="357"/>
            <ac:spMk id="28" creationId="{D3F01CDA-6556-C02B-D403-69C55DDC8A8E}"/>
          </ac:spMkLst>
        </pc:spChg>
        <pc:spChg chg="mod">
          <ac:chgData name="Parida, Priyadarshan" userId="e6233861-e335-4431-9103-58729923eb1d" providerId="ADAL" clId="{54BE5071-B3A7-5217-A126-6BBE866F922C}" dt="2025-11-27T03:27:49.730" v="6840" actId="1038"/>
          <ac:spMkLst>
            <pc:docMk/>
            <pc:sldMk cId="2535487681" sldId="357"/>
            <ac:spMk id="29" creationId="{9324DF8E-F038-ED40-98F8-3F9497FA956D}"/>
          </ac:spMkLst>
        </pc:spChg>
        <pc:spChg chg="mod">
          <ac:chgData name="Parida, Priyadarshan" userId="e6233861-e335-4431-9103-58729923eb1d" providerId="ADAL" clId="{54BE5071-B3A7-5217-A126-6BBE866F922C}" dt="2025-11-27T04:00:31.982" v="6942" actId="1036"/>
          <ac:spMkLst>
            <pc:docMk/>
            <pc:sldMk cId="2535487681" sldId="357"/>
            <ac:spMk id="30" creationId="{1943AC06-4B73-6C97-D995-5D2158C1A1C0}"/>
          </ac:spMkLst>
        </pc:spChg>
        <pc:spChg chg="mod">
          <ac:chgData name="Parida, Priyadarshan" userId="e6233861-e335-4431-9103-58729923eb1d" providerId="ADAL" clId="{54BE5071-B3A7-5217-A126-6BBE866F922C}" dt="2025-11-27T03:45:24.315" v="6916" actId="1037"/>
          <ac:spMkLst>
            <pc:docMk/>
            <pc:sldMk cId="2535487681" sldId="357"/>
            <ac:spMk id="31" creationId="{C2F5BE7D-2122-DFFC-1975-3381791DF82C}"/>
          </ac:spMkLst>
        </pc:spChg>
        <pc:spChg chg="add mod">
          <ac:chgData name="Parida, Priyadarshan" userId="e6233861-e335-4431-9103-58729923eb1d" providerId="ADAL" clId="{54BE5071-B3A7-5217-A126-6BBE866F922C}" dt="2025-11-28T11:42:08.879" v="12172" actId="20577"/>
          <ac:spMkLst>
            <pc:docMk/>
            <pc:sldMk cId="2535487681" sldId="357"/>
            <ac:spMk id="32" creationId="{7A4E55E6-8F63-75D7-FE7D-F5ED839EB3AF}"/>
          </ac:spMkLst>
        </pc:spChg>
        <pc:spChg chg="mod">
          <ac:chgData name="Parida, Priyadarshan" userId="e6233861-e335-4431-9103-58729923eb1d" providerId="ADAL" clId="{54BE5071-B3A7-5217-A126-6BBE866F922C}" dt="2025-11-27T03:11:15.900" v="6610"/>
          <ac:spMkLst>
            <pc:docMk/>
            <pc:sldMk cId="2535487681" sldId="357"/>
            <ac:spMk id="42" creationId="{D7B61815-9F01-DEEC-A5FE-5B2E75078F63}"/>
          </ac:spMkLst>
        </pc:spChg>
        <pc:spChg chg="mod">
          <ac:chgData name="Parida, Priyadarshan" userId="e6233861-e335-4431-9103-58729923eb1d" providerId="ADAL" clId="{54BE5071-B3A7-5217-A126-6BBE866F922C}" dt="2025-11-27T03:13:28.669" v="6662" actId="20577"/>
          <ac:spMkLst>
            <pc:docMk/>
            <pc:sldMk cId="2535487681" sldId="357"/>
            <ac:spMk id="43" creationId="{7DF88AD0-6042-9B13-F618-CE9BE187AB72}"/>
          </ac:spMkLst>
        </pc:spChg>
        <pc:spChg chg="add mod">
          <ac:chgData name="Parida, Priyadarshan" userId="e6233861-e335-4431-9103-58729923eb1d" providerId="ADAL" clId="{54BE5071-B3A7-5217-A126-6BBE866F922C}" dt="2025-11-27T04:00:20.262" v="6940" actId="14100"/>
          <ac:spMkLst>
            <pc:docMk/>
            <pc:sldMk cId="2535487681" sldId="357"/>
            <ac:spMk id="44" creationId="{37BEE915-02C5-5137-5877-D96A2D1C85B7}"/>
          </ac:spMkLst>
        </pc:spChg>
        <pc:grpChg chg="add mod">
          <ac:chgData name="Parida, Priyadarshan" userId="e6233861-e335-4431-9103-58729923eb1d" providerId="ADAL" clId="{54BE5071-B3A7-5217-A126-6BBE866F922C}" dt="2025-11-27T02:58:02.048" v="5928" actId="1076"/>
          <ac:grpSpMkLst>
            <pc:docMk/>
            <pc:sldMk cId="2535487681" sldId="357"/>
            <ac:grpSpMk id="3" creationId="{70531E8E-3465-3210-C7AC-66994AB16EE3}"/>
          </ac:grpSpMkLst>
        </pc:grpChg>
        <pc:grpChg chg="add mod">
          <ac:chgData name="Parida, Priyadarshan" userId="e6233861-e335-4431-9103-58729923eb1d" providerId="ADAL" clId="{54BE5071-B3A7-5217-A126-6BBE866F922C}" dt="2025-11-27T03:07:58.623" v="6558" actId="1076"/>
          <ac:grpSpMkLst>
            <pc:docMk/>
            <pc:sldMk cId="2535487681" sldId="357"/>
            <ac:grpSpMk id="8" creationId="{6A02ECB2-3215-6CCF-BD23-0D0E7000AA59}"/>
          </ac:grpSpMkLst>
        </pc:grpChg>
        <pc:grpChg chg="add mod">
          <ac:chgData name="Parida, Priyadarshan" userId="e6233861-e335-4431-9103-58729923eb1d" providerId="ADAL" clId="{54BE5071-B3A7-5217-A126-6BBE866F922C}" dt="2025-11-27T03:11:12.021" v="6609" actId="1076"/>
          <ac:grpSpMkLst>
            <pc:docMk/>
            <pc:sldMk cId="2535487681" sldId="357"/>
            <ac:grpSpMk id="17" creationId="{BF010B82-FA2C-7E03-C1E4-1BD4EBDF89FD}"/>
          </ac:grpSpMkLst>
        </pc:grpChg>
        <pc:grpChg chg="add mod">
          <ac:chgData name="Parida, Priyadarshan" userId="e6233861-e335-4431-9103-58729923eb1d" providerId="ADAL" clId="{54BE5071-B3A7-5217-A126-6BBE866F922C}" dt="2025-11-27T03:11:22.252" v="6611" actId="1076"/>
          <ac:grpSpMkLst>
            <pc:docMk/>
            <pc:sldMk cId="2535487681" sldId="357"/>
            <ac:grpSpMk id="33" creationId="{4BAB601A-4593-0CD9-FC26-AF4C9D9BE63A}"/>
          </ac:grpSpMkLst>
        </pc:grpChg>
        <pc:picChg chg="add mod">
          <ac:chgData name="Parida, Priyadarshan" userId="e6233861-e335-4431-9103-58729923eb1d" providerId="ADAL" clId="{54BE5071-B3A7-5217-A126-6BBE866F922C}" dt="2025-11-27T03:44:54.681" v="6900" actId="108"/>
          <ac:picMkLst>
            <pc:docMk/>
            <pc:sldMk cId="2535487681" sldId="357"/>
            <ac:picMk id="46" creationId="{7296A694-8032-B2EB-A563-D0B9EB350659}"/>
          </ac:picMkLst>
        </pc:picChg>
        <pc:picChg chg="add mod">
          <ac:chgData name="Parida, Priyadarshan" userId="e6233861-e335-4431-9103-58729923eb1d" providerId="ADAL" clId="{54BE5071-B3A7-5217-A126-6BBE866F922C}" dt="2025-11-27T03:45:53.011" v="6920" actId="108"/>
          <ac:picMkLst>
            <pc:docMk/>
            <pc:sldMk cId="2535487681" sldId="357"/>
            <ac:picMk id="47" creationId="{DE93767B-5F14-F6C1-ECB9-6C2F648DF134}"/>
          </ac:picMkLst>
        </pc:picChg>
      </pc:sldChg>
      <pc:sldChg chg="addSp delSp modSp new mod modNotesTx">
        <pc:chgData name="Parida, Priyadarshan" userId="e6233861-e335-4431-9103-58729923eb1d" providerId="ADAL" clId="{54BE5071-B3A7-5217-A126-6BBE866F922C}" dt="2025-12-04T01:15:57.844" v="14453" actId="20577"/>
        <pc:sldMkLst>
          <pc:docMk/>
          <pc:sldMk cId="2178207060" sldId="358"/>
        </pc:sldMkLst>
        <pc:spChg chg="mod">
          <ac:chgData name="Parida, Priyadarshan" userId="e6233861-e335-4431-9103-58729923eb1d" providerId="ADAL" clId="{54BE5071-B3A7-5217-A126-6BBE866F922C}" dt="2025-11-27T03:47:35.107" v="6932"/>
          <ac:spMkLst>
            <pc:docMk/>
            <pc:sldMk cId="2178207060" sldId="358"/>
            <ac:spMk id="2" creationId="{47128EEA-07B7-4092-2B23-197367C52D1E}"/>
          </ac:spMkLst>
        </pc:spChg>
        <pc:spChg chg="mod">
          <ac:chgData name="Parida, Priyadarshan" userId="e6233861-e335-4431-9103-58729923eb1d" providerId="ADAL" clId="{54BE5071-B3A7-5217-A126-6BBE866F922C}" dt="2025-11-27T04:11:03.622" v="6978"/>
          <ac:spMkLst>
            <pc:docMk/>
            <pc:sldMk cId="2178207060" sldId="358"/>
            <ac:spMk id="5" creationId="{5822ACFE-728E-E986-5510-F2AA5812CB2D}"/>
          </ac:spMkLst>
        </pc:spChg>
        <pc:spChg chg="mod">
          <ac:chgData name="Parida, Priyadarshan" userId="e6233861-e335-4431-9103-58729923eb1d" providerId="ADAL" clId="{54BE5071-B3A7-5217-A126-6BBE866F922C}" dt="2025-11-27T07:30:30.440" v="8302" actId="20577"/>
          <ac:spMkLst>
            <pc:docMk/>
            <pc:sldMk cId="2178207060" sldId="358"/>
            <ac:spMk id="6" creationId="{7F809FDF-726F-CA18-E707-E9E737327E83}"/>
          </ac:spMkLst>
        </pc:spChg>
        <pc:spChg chg="add mod">
          <ac:chgData name="Parida, Priyadarshan" userId="e6233861-e335-4431-9103-58729923eb1d" providerId="ADAL" clId="{54BE5071-B3A7-5217-A126-6BBE866F922C}" dt="2025-11-27T07:33:48.545" v="8338" actId="14100"/>
          <ac:spMkLst>
            <pc:docMk/>
            <pc:sldMk cId="2178207060" sldId="358"/>
            <ac:spMk id="7" creationId="{AF0DFBA7-B43B-0268-32FB-01E210141C23}"/>
          </ac:spMkLst>
        </pc:spChg>
        <pc:spChg chg="mod">
          <ac:chgData name="Parida, Priyadarshan" userId="e6233861-e335-4431-9103-58729923eb1d" providerId="ADAL" clId="{54BE5071-B3A7-5217-A126-6BBE866F922C}" dt="2025-11-27T04:19:38.452" v="7150"/>
          <ac:spMkLst>
            <pc:docMk/>
            <pc:sldMk cId="2178207060" sldId="358"/>
            <ac:spMk id="15" creationId="{48E95CBB-84D5-345A-B90D-83DBA6513BF3}"/>
          </ac:spMkLst>
        </pc:spChg>
        <pc:spChg chg="mod">
          <ac:chgData name="Parida, Priyadarshan" userId="e6233861-e335-4431-9103-58729923eb1d" providerId="ADAL" clId="{54BE5071-B3A7-5217-A126-6BBE866F922C}" dt="2025-11-27T07:30:33.175" v="8304" actId="20577"/>
          <ac:spMkLst>
            <pc:docMk/>
            <pc:sldMk cId="2178207060" sldId="358"/>
            <ac:spMk id="16" creationId="{04D7EF19-034F-C650-A190-B9F263957920}"/>
          </ac:spMkLst>
        </pc:spChg>
        <pc:spChg chg="add mod">
          <ac:chgData name="Parida, Priyadarshan" userId="e6233861-e335-4431-9103-58729923eb1d" providerId="ADAL" clId="{54BE5071-B3A7-5217-A126-6BBE866F922C}" dt="2025-11-27T07:43:57.697" v="8661" actId="20577"/>
          <ac:spMkLst>
            <pc:docMk/>
            <pc:sldMk cId="2178207060" sldId="358"/>
            <ac:spMk id="17" creationId="{F8AB1CDE-852A-E588-7C67-D70F1E52B498}"/>
          </ac:spMkLst>
        </pc:spChg>
        <pc:spChg chg="mod">
          <ac:chgData name="Parida, Priyadarshan" userId="e6233861-e335-4431-9103-58729923eb1d" providerId="ADAL" clId="{54BE5071-B3A7-5217-A126-6BBE866F922C}" dt="2025-11-27T04:29:15.192" v="7561"/>
          <ac:spMkLst>
            <pc:docMk/>
            <pc:sldMk cId="2178207060" sldId="358"/>
            <ac:spMk id="20" creationId="{A6DCBA8B-79B3-5C85-6C6A-D4F1C05864EE}"/>
          </ac:spMkLst>
        </pc:spChg>
        <pc:spChg chg="mod">
          <ac:chgData name="Parida, Priyadarshan" userId="e6233861-e335-4431-9103-58729923eb1d" providerId="ADAL" clId="{54BE5071-B3A7-5217-A126-6BBE866F922C}" dt="2025-11-27T07:30:35.835" v="8306" actId="20577"/>
          <ac:spMkLst>
            <pc:docMk/>
            <pc:sldMk cId="2178207060" sldId="358"/>
            <ac:spMk id="21" creationId="{5DFFA8E0-AEED-0AF2-1A67-6C8E0FE605B3}"/>
          </ac:spMkLst>
        </pc:spChg>
        <pc:spChg chg="add mod">
          <ac:chgData name="Parida, Priyadarshan" userId="e6233861-e335-4431-9103-58729923eb1d" providerId="ADAL" clId="{54BE5071-B3A7-5217-A126-6BBE866F922C}" dt="2025-11-27T07:33:41.685" v="8336" actId="14100"/>
          <ac:spMkLst>
            <pc:docMk/>
            <pc:sldMk cId="2178207060" sldId="358"/>
            <ac:spMk id="22" creationId="{1B154E55-15B3-C096-1413-9FD4F638AF90}"/>
          </ac:spMkLst>
        </pc:spChg>
        <pc:spChg chg="mod">
          <ac:chgData name="Parida, Priyadarshan" userId="e6233861-e335-4431-9103-58729923eb1d" providerId="ADAL" clId="{54BE5071-B3A7-5217-A126-6BBE866F922C}" dt="2025-11-27T04:42:55.178" v="7730"/>
          <ac:spMkLst>
            <pc:docMk/>
            <pc:sldMk cId="2178207060" sldId="358"/>
            <ac:spMk id="25" creationId="{C05C2826-6BA9-9C43-ECA7-7EAF8F1278BB}"/>
          </ac:spMkLst>
        </pc:spChg>
        <pc:spChg chg="mod">
          <ac:chgData name="Parida, Priyadarshan" userId="e6233861-e335-4431-9103-58729923eb1d" providerId="ADAL" clId="{54BE5071-B3A7-5217-A126-6BBE866F922C}" dt="2025-11-27T07:30:38.300" v="8308" actId="20577"/>
          <ac:spMkLst>
            <pc:docMk/>
            <pc:sldMk cId="2178207060" sldId="358"/>
            <ac:spMk id="26" creationId="{ABCB323F-4D13-01F4-49F1-3DB2BCDBC313}"/>
          </ac:spMkLst>
        </pc:spChg>
        <pc:spChg chg="add mod">
          <ac:chgData name="Parida, Priyadarshan" userId="e6233861-e335-4431-9103-58729923eb1d" providerId="ADAL" clId="{54BE5071-B3A7-5217-A126-6BBE866F922C}" dt="2025-11-27T07:44:52.350" v="8666" actId="20577"/>
          <ac:spMkLst>
            <pc:docMk/>
            <pc:sldMk cId="2178207060" sldId="358"/>
            <ac:spMk id="27" creationId="{A19F1D5D-C47D-E0CC-8929-499A62D28F8D}"/>
          </ac:spMkLst>
        </pc:spChg>
        <pc:spChg chg="mod">
          <ac:chgData name="Parida, Priyadarshan" userId="e6233861-e335-4431-9103-58729923eb1d" providerId="ADAL" clId="{54BE5071-B3A7-5217-A126-6BBE866F922C}" dt="2025-11-27T07:30:02.331" v="8299"/>
          <ac:spMkLst>
            <pc:docMk/>
            <pc:sldMk cId="2178207060" sldId="358"/>
            <ac:spMk id="29" creationId="{4BF4E086-3726-42D9-4A79-DDBDDEA6C873}"/>
          </ac:spMkLst>
        </pc:spChg>
        <pc:spChg chg="mod">
          <ac:chgData name="Parida, Priyadarshan" userId="e6233861-e335-4431-9103-58729923eb1d" providerId="ADAL" clId="{54BE5071-B3A7-5217-A126-6BBE866F922C}" dt="2025-11-27T07:30:02.331" v="8299"/>
          <ac:spMkLst>
            <pc:docMk/>
            <pc:sldMk cId="2178207060" sldId="358"/>
            <ac:spMk id="30" creationId="{4892DC6A-F608-0FE7-2FAE-7E0E986CE645}"/>
          </ac:spMkLst>
        </pc:spChg>
        <pc:spChg chg="add mod">
          <ac:chgData name="Parida, Priyadarshan" userId="e6233861-e335-4431-9103-58729923eb1d" providerId="ADAL" clId="{54BE5071-B3A7-5217-A126-6BBE866F922C}" dt="2025-11-27T07:44:36.173" v="8663" actId="14100"/>
          <ac:spMkLst>
            <pc:docMk/>
            <pc:sldMk cId="2178207060" sldId="358"/>
            <ac:spMk id="31" creationId="{A01428F4-2A1F-BED7-2174-8E63579D61F0}"/>
          </ac:spMkLst>
        </pc:spChg>
        <pc:grpChg chg="add mod">
          <ac:chgData name="Parida, Priyadarshan" userId="e6233861-e335-4431-9103-58729923eb1d" providerId="ADAL" clId="{54BE5071-B3A7-5217-A126-6BBE866F922C}" dt="2025-11-27T07:26:17.774" v="8280" actId="1076"/>
          <ac:grpSpMkLst>
            <pc:docMk/>
            <pc:sldMk cId="2178207060" sldId="358"/>
            <ac:grpSpMk id="4" creationId="{2E2AB681-26E5-F613-AB5A-A30F651281A1}"/>
          </ac:grpSpMkLst>
        </pc:grpChg>
        <pc:grpChg chg="add mod">
          <ac:chgData name="Parida, Priyadarshan" userId="e6233861-e335-4431-9103-58729923eb1d" providerId="ADAL" clId="{54BE5071-B3A7-5217-A126-6BBE866F922C}" dt="2025-11-27T07:29:54.855" v="8298" actId="1076"/>
          <ac:grpSpMkLst>
            <pc:docMk/>
            <pc:sldMk cId="2178207060" sldId="358"/>
            <ac:grpSpMk id="14" creationId="{73B0D5C2-C718-F01E-8539-F3DC5008FCE5}"/>
          </ac:grpSpMkLst>
        </pc:grpChg>
        <pc:grpChg chg="add mod">
          <ac:chgData name="Parida, Priyadarshan" userId="e6233861-e335-4431-9103-58729923eb1d" providerId="ADAL" clId="{54BE5071-B3A7-5217-A126-6BBE866F922C}" dt="2025-11-27T07:24:34.772" v="8273" actId="1076"/>
          <ac:grpSpMkLst>
            <pc:docMk/>
            <pc:sldMk cId="2178207060" sldId="358"/>
            <ac:grpSpMk id="19" creationId="{A08CB0B0-A11B-DDE4-420E-EB6C7ED7C7BC}"/>
          </ac:grpSpMkLst>
        </pc:grpChg>
        <pc:grpChg chg="add mod">
          <ac:chgData name="Parida, Priyadarshan" userId="e6233861-e335-4431-9103-58729923eb1d" providerId="ADAL" clId="{54BE5071-B3A7-5217-A126-6BBE866F922C}" dt="2025-11-27T07:24:21.054" v="8272" actId="1076"/>
          <ac:grpSpMkLst>
            <pc:docMk/>
            <pc:sldMk cId="2178207060" sldId="358"/>
            <ac:grpSpMk id="24" creationId="{FDF5B26F-822F-72BB-0836-93DA3657C654}"/>
          </ac:grpSpMkLst>
        </pc:grpChg>
        <pc:grpChg chg="add mod">
          <ac:chgData name="Parida, Priyadarshan" userId="e6233861-e335-4431-9103-58729923eb1d" providerId="ADAL" clId="{54BE5071-B3A7-5217-A126-6BBE866F922C}" dt="2025-11-27T07:42:19.003" v="8653" actId="1076"/>
          <ac:grpSpMkLst>
            <pc:docMk/>
            <pc:sldMk cId="2178207060" sldId="358"/>
            <ac:grpSpMk id="28" creationId="{1580D2F2-FD7C-20BA-AB67-28E880326679}"/>
          </ac:grpSpMkLst>
        </pc:grpChg>
        <pc:graphicFrameChg chg="add del mod modGraphic">
          <ac:chgData name="Parida, Priyadarshan" userId="e6233861-e335-4431-9103-58729923eb1d" providerId="ADAL" clId="{54BE5071-B3A7-5217-A126-6BBE866F922C}" dt="2025-11-28T12:35:34.526" v="13820" actId="207"/>
          <ac:graphicFrameMkLst>
            <pc:docMk/>
            <pc:sldMk cId="2178207060" sldId="358"/>
            <ac:graphicFrameMk id="3" creationId="{0793BC44-8ECA-4969-A0E7-A853DEFA1B13}"/>
          </ac:graphicFrameMkLst>
        </pc:graphicFrameChg>
        <pc:graphicFrameChg chg="add mod modGraphic">
          <ac:chgData name="Parida, Priyadarshan" userId="e6233861-e335-4431-9103-58729923eb1d" providerId="ADAL" clId="{54BE5071-B3A7-5217-A126-6BBE866F922C}" dt="2025-11-28T12:35:37.368" v="13821" actId="207"/>
          <ac:graphicFrameMkLst>
            <pc:docMk/>
            <pc:sldMk cId="2178207060" sldId="358"/>
            <ac:graphicFrameMk id="13" creationId="{C9519B12-C40B-2036-307C-04542D2572C2}"/>
          </ac:graphicFrameMkLst>
        </pc:graphicFrameChg>
        <pc:graphicFrameChg chg="add mod modGraphic">
          <ac:chgData name="Parida, Priyadarshan" userId="e6233861-e335-4431-9103-58729923eb1d" providerId="ADAL" clId="{54BE5071-B3A7-5217-A126-6BBE866F922C}" dt="2025-11-28T12:35:41.680" v="13822" actId="207"/>
          <ac:graphicFrameMkLst>
            <pc:docMk/>
            <pc:sldMk cId="2178207060" sldId="358"/>
            <ac:graphicFrameMk id="18" creationId="{0C29C816-85EE-4783-653D-450D4ED0616C}"/>
          </ac:graphicFrameMkLst>
        </pc:graphicFrameChg>
        <pc:graphicFrameChg chg="add mod modGraphic">
          <ac:chgData name="Parida, Priyadarshan" userId="e6233861-e335-4431-9103-58729923eb1d" providerId="ADAL" clId="{54BE5071-B3A7-5217-A126-6BBE866F922C}" dt="2025-11-28T12:35:44.601" v="13823" actId="207"/>
          <ac:graphicFrameMkLst>
            <pc:docMk/>
            <pc:sldMk cId="2178207060" sldId="358"/>
            <ac:graphicFrameMk id="23" creationId="{92342686-2FA6-43B6-785F-49A2873FF118}"/>
          </ac:graphicFrameMkLst>
        </pc:graphicFrameChg>
        <pc:graphicFrameChg chg="add mod modGraphic">
          <ac:chgData name="Parida, Priyadarshan" userId="e6233861-e335-4431-9103-58729923eb1d" providerId="ADAL" clId="{54BE5071-B3A7-5217-A126-6BBE866F922C}" dt="2025-11-28T12:35:30.361" v="13819" actId="207"/>
          <ac:graphicFrameMkLst>
            <pc:docMk/>
            <pc:sldMk cId="2178207060" sldId="358"/>
            <ac:graphicFrameMk id="32" creationId="{A2EB9E52-5108-771B-CBBF-9F2721A257CC}"/>
          </ac:graphicFrameMkLst>
        </pc:graphicFrameChg>
      </pc:sldChg>
      <pc:sldChg chg="addSp delSp modSp new mod modClrScheme chgLayout">
        <pc:chgData name="Parida, Priyadarshan" userId="e6233861-e335-4431-9103-58729923eb1d" providerId="ADAL" clId="{54BE5071-B3A7-5217-A126-6BBE866F922C}" dt="2025-12-03T20:39:09.927" v="14403" actId="20577"/>
        <pc:sldMkLst>
          <pc:docMk/>
          <pc:sldMk cId="2153580557" sldId="359"/>
        </pc:sldMkLst>
        <pc:spChg chg="add mod">
          <ac:chgData name="Parida, Priyadarshan" userId="e6233861-e335-4431-9103-58729923eb1d" providerId="ADAL" clId="{54BE5071-B3A7-5217-A126-6BBE866F922C}" dt="2025-11-28T04:15:07.947" v="8701" actId="1076"/>
          <ac:spMkLst>
            <pc:docMk/>
            <pc:sldMk cId="2153580557" sldId="359"/>
            <ac:spMk id="6" creationId="{0DDF978C-3313-C436-1E8B-727FE6F9C919}"/>
          </ac:spMkLst>
        </pc:spChg>
        <pc:spChg chg="add mod">
          <ac:chgData name="Parida, Priyadarshan" userId="e6233861-e335-4431-9103-58729923eb1d" providerId="ADAL" clId="{54BE5071-B3A7-5217-A126-6BBE866F922C}" dt="2025-12-03T20:39:09.927" v="14403" actId="20577"/>
          <ac:spMkLst>
            <pc:docMk/>
            <pc:sldMk cId="2153580557" sldId="359"/>
            <ac:spMk id="7" creationId="{14E59EBA-D960-3882-7FA2-3E702A77B713}"/>
          </ac:spMkLst>
        </pc:spChg>
        <pc:spChg chg="add mod">
          <ac:chgData name="Parida, Priyadarshan" userId="e6233861-e335-4431-9103-58729923eb1d" providerId="ADAL" clId="{54BE5071-B3A7-5217-A126-6BBE866F922C}" dt="2025-11-28T04:15:07.947" v="8701" actId="1076"/>
          <ac:spMkLst>
            <pc:docMk/>
            <pc:sldMk cId="2153580557" sldId="359"/>
            <ac:spMk id="8" creationId="{88B0674A-6D0C-B451-5101-F50BDC63A703}"/>
          </ac:spMkLst>
        </pc:spChg>
      </pc:sldChg>
      <pc:sldChg chg="addSp delSp modSp new mod">
        <pc:chgData name="Parida, Priyadarshan" userId="e6233861-e335-4431-9103-58729923eb1d" providerId="ADAL" clId="{54BE5071-B3A7-5217-A126-6BBE866F922C}" dt="2025-12-03T18:40:14.421" v="14364" actId="20577"/>
        <pc:sldMkLst>
          <pc:docMk/>
          <pc:sldMk cId="2219960560" sldId="360"/>
        </pc:sldMkLst>
        <pc:spChg chg="mod">
          <ac:chgData name="Parida, Priyadarshan" userId="e6233861-e335-4431-9103-58729923eb1d" providerId="ADAL" clId="{54BE5071-B3A7-5217-A126-6BBE866F922C}" dt="2025-11-28T07:29:32.114" v="10167"/>
          <ac:spMkLst>
            <pc:docMk/>
            <pc:sldMk cId="2219960560" sldId="360"/>
            <ac:spMk id="2" creationId="{B793EE57-420A-44E3-4CA8-5E52D53E2E31}"/>
          </ac:spMkLst>
        </pc:spChg>
        <pc:spChg chg="mod">
          <ac:chgData name="Parida, Priyadarshan" userId="e6233861-e335-4431-9103-58729923eb1d" providerId="ADAL" clId="{54BE5071-B3A7-5217-A126-6BBE866F922C}" dt="2025-11-28T07:28:37.751" v="10150"/>
          <ac:spMkLst>
            <pc:docMk/>
            <pc:sldMk cId="2219960560" sldId="360"/>
            <ac:spMk id="5" creationId="{A7D17EE4-A8EF-0C06-9FE9-8B31348CFB68}"/>
          </ac:spMkLst>
        </pc:spChg>
        <pc:spChg chg="mod">
          <ac:chgData name="Parida, Priyadarshan" userId="e6233861-e335-4431-9103-58729923eb1d" providerId="ADAL" clId="{54BE5071-B3A7-5217-A126-6BBE866F922C}" dt="2025-11-28T07:28:37.751" v="10150"/>
          <ac:spMkLst>
            <pc:docMk/>
            <pc:sldMk cId="2219960560" sldId="360"/>
            <ac:spMk id="6" creationId="{1E3498DF-FDE7-816A-26A1-1FF1D0C8CD91}"/>
          </ac:spMkLst>
        </pc:spChg>
        <pc:spChg chg="add mod">
          <ac:chgData name="Parida, Priyadarshan" userId="e6233861-e335-4431-9103-58729923eb1d" providerId="ADAL" clId="{54BE5071-B3A7-5217-A126-6BBE866F922C}" dt="2025-11-28T08:31:32.610" v="11151" actId="6549"/>
          <ac:spMkLst>
            <pc:docMk/>
            <pc:sldMk cId="2219960560" sldId="360"/>
            <ac:spMk id="7" creationId="{BF5D16AE-EC0E-D9FE-8475-94C9E2FF6C21}"/>
          </ac:spMkLst>
        </pc:spChg>
        <pc:spChg chg="mod">
          <ac:chgData name="Parida, Priyadarshan" userId="e6233861-e335-4431-9103-58729923eb1d" providerId="ADAL" clId="{54BE5071-B3A7-5217-A126-6BBE866F922C}" dt="2025-11-28T08:09:33.975" v="10375"/>
          <ac:spMkLst>
            <pc:docMk/>
            <pc:sldMk cId="2219960560" sldId="360"/>
            <ac:spMk id="11" creationId="{E2EF9222-E6F8-7A5B-AD3D-E65C3F9B2018}"/>
          </ac:spMkLst>
        </pc:spChg>
        <pc:spChg chg="mod">
          <ac:chgData name="Parida, Priyadarshan" userId="e6233861-e335-4431-9103-58729923eb1d" providerId="ADAL" clId="{54BE5071-B3A7-5217-A126-6BBE866F922C}" dt="2025-11-28T08:13:09.135" v="10614" actId="20577"/>
          <ac:spMkLst>
            <pc:docMk/>
            <pc:sldMk cId="2219960560" sldId="360"/>
            <ac:spMk id="12" creationId="{CEF81218-394F-D732-7061-A4B6DD3FD238}"/>
          </ac:spMkLst>
        </pc:spChg>
        <pc:spChg chg="add mod">
          <ac:chgData name="Parida, Priyadarshan" userId="e6233861-e335-4431-9103-58729923eb1d" providerId="ADAL" clId="{54BE5071-B3A7-5217-A126-6BBE866F922C}" dt="2025-11-28T08:25:17.315" v="11052" actId="1076"/>
          <ac:spMkLst>
            <pc:docMk/>
            <pc:sldMk cId="2219960560" sldId="360"/>
            <ac:spMk id="13" creationId="{C899F556-B805-CD52-5235-F2C91EDFEF24}"/>
          </ac:spMkLst>
        </pc:spChg>
        <pc:spChg chg="mod">
          <ac:chgData name="Parida, Priyadarshan" userId="e6233861-e335-4431-9103-58729923eb1d" providerId="ADAL" clId="{54BE5071-B3A7-5217-A126-6BBE866F922C}" dt="2025-11-28T08:13:13.338" v="10615"/>
          <ac:spMkLst>
            <pc:docMk/>
            <pc:sldMk cId="2219960560" sldId="360"/>
            <ac:spMk id="15" creationId="{11A4CDBA-65FB-2162-7DF7-3181DE11F541}"/>
          </ac:spMkLst>
        </pc:spChg>
        <pc:spChg chg="mod">
          <ac:chgData name="Parida, Priyadarshan" userId="e6233861-e335-4431-9103-58729923eb1d" providerId="ADAL" clId="{54BE5071-B3A7-5217-A126-6BBE866F922C}" dt="2025-11-28T08:14:55.901" v="10618" actId="20577"/>
          <ac:spMkLst>
            <pc:docMk/>
            <pc:sldMk cId="2219960560" sldId="360"/>
            <ac:spMk id="16" creationId="{40A3E47F-D3C9-6CD6-34C3-2E99BB7A26E2}"/>
          </ac:spMkLst>
        </pc:spChg>
        <pc:spChg chg="add mod">
          <ac:chgData name="Parida, Priyadarshan" userId="e6233861-e335-4431-9103-58729923eb1d" providerId="ADAL" clId="{54BE5071-B3A7-5217-A126-6BBE866F922C}" dt="2025-11-28T11:40:38.534" v="12135" actId="20577"/>
          <ac:spMkLst>
            <pc:docMk/>
            <pc:sldMk cId="2219960560" sldId="360"/>
            <ac:spMk id="17" creationId="{3207E093-A323-24AE-50C1-1A669D297677}"/>
          </ac:spMkLst>
        </pc:spChg>
        <pc:spChg chg="mod">
          <ac:chgData name="Parida, Priyadarshan" userId="e6233861-e335-4431-9103-58729923eb1d" providerId="ADAL" clId="{54BE5071-B3A7-5217-A126-6BBE866F922C}" dt="2025-11-28T08:20:31.217" v="10746"/>
          <ac:spMkLst>
            <pc:docMk/>
            <pc:sldMk cId="2219960560" sldId="360"/>
            <ac:spMk id="19" creationId="{2C2C4AFB-0831-CCA7-082C-FD350ABA7CA8}"/>
          </ac:spMkLst>
        </pc:spChg>
        <pc:spChg chg="mod">
          <ac:chgData name="Parida, Priyadarshan" userId="e6233861-e335-4431-9103-58729923eb1d" providerId="ADAL" clId="{54BE5071-B3A7-5217-A126-6BBE866F922C}" dt="2025-11-28T08:20:38.142" v="10749" actId="20577"/>
          <ac:spMkLst>
            <pc:docMk/>
            <pc:sldMk cId="2219960560" sldId="360"/>
            <ac:spMk id="20" creationId="{4D55591D-80D0-0268-53C6-E8ACAF0779B7}"/>
          </ac:spMkLst>
        </pc:spChg>
        <pc:spChg chg="add mod">
          <ac:chgData name="Parida, Priyadarshan" userId="e6233861-e335-4431-9103-58729923eb1d" providerId="ADAL" clId="{54BE5071-B3A7-5217-A126-6BBE866F922C}" dt="2025-12-03T18:40:14.421" v="14364" actId="20577"/>
          <ac:spMkLst>
            <pc:docMk/>
            <pc:sldMk cId="2219960560" sldId="360"/>
            <ac:spMk id="21" creationId="{9F98A65E-A9EC-5CEE-41F1-52262816E25C}"/>
          </ac:spMkLst>
        </pc:spChg>
        <pc:spChg chg="add mod">
          <ac:chgData name="Parida, Priyadarshan" userId="e6233861-e335-4431-9103-58729923eb1d" providerId="ADAL" clId="{54BE5071-B3A7-5217-A126-6BBE866F922C}" dt="2025-12-03T18:10:11.187" v="13971" actId="3626"/>
          <ac:spMkLst>
            <pc:docMk/>
            <pc:sldMk cId="2219960560" sldId="360"/>
            <ac:spMk id="22" creationId="{7FE33FF4-911D-C631-B56F-94804FDE55B7}"/>
          </ac:spMkLst>
        </pc:spChg>
        <pc:grpChg chg="add mod">
          <ac:chgData name="Parida, Priyadarshan" userId="e6233861-e335-4431-9103-58729923eb1d" providerId="ADAL" clId="{54BE5071-B3A7-5217-A126-6BBE866F922C}" dt="2025-11-28T08:25:17.315" v="11052" actId="1076"/>
          <ac:grpSpMkLst>
            <pc:docMk/>
            <pc:sldMk cId="2219960560" sldId="360"/>
            <ac:grpSpMk id="4" creationId="{9545D480-5ED8-54DE-AFC4-141D715EE633}"/>
          </ac:grpSpMkLst>
        </pc:grpChg>
        <pc:grpChg chg="add mod">
          <ac:chgData name="Parida, Priyadarshan" userId="e6233861-e335-4431-9103-58729923eb1d" providerId="ADAL" clId="{54BE5071-B3A7-5217-A126-6BBE866F922C}" dt="2025-11-28T08:25:17.315" v="11052" actId="1076"/>
          <ac:grpSpMkLst>
            <pc:docMk/>
            <pc:sldMk cId="2219960560" sldId="360"/>
            <ac:grpSpMk id="10" creationId="{690C1721-BFD6-57A2-88E2-5EF0676019E2}"/>
          </ac:grpSpMkLst>
        </pc:grpChg>
        <pc:grpChg chg="add mod">
          <ac:chgData name="Parida, Priyadarshan" userId="e6233861-e335-4431-9103-58729923eb1d" providerId="ADAL" clId="{54BE5071-B3A7-5217-A126-6BBE866F922C}" dt="2025-11-28T08:25:17.315" v="11052" actId="1076"/>
          <ac:grpSpMkLst>
            <pc:docMk/>
            <pc:sldMk cId="2219960560" sldId="360"/>
            <ac:grpSpMk id="14" creationId="{D4C2CEC7-0F77-A85F-427F-771A8CBCD1B9}"/>
          </ac:grpSpMkLst>
        </pc:grpChg>
        <pc:grpChg chg="add mod">
          <ac:chgData name="Parida, Priyadarshan" userId="e6233861-e335-4431-9103-58729923eb1d" providerId="ADAL" clId="{54BE5071-B3A7-5217-A126-6BBE866F922C}" dt="2025-11-28T08:25:17.315" v="11052" actId="1076"/>
          <ac:grpSpMkLst>
            <pc:docMk/>
            <pc:sldMk cId="2219960560" sldId="360"/>
            <ac:grpSpMk id="18" creationId="{D9D81AF0-87DC-D5AE-27F6-44BEAC8C7045}"/>
          </ac:grpSpMkLst>
        </pc:grpChg>
        <pc:picChg chg="add mod">
          <ac:chgData name="Parida, Priyadarshan" userId="e6233861-e335-4431-9103-58729923eb1d" providerId="ADAL" clId="{54BE5071-B3A7-5217-A126-6BBE866F922C}" dt="2025-12-03T18:09:39.267" v="13970" actId="3626"/>
          <ac:picMkLst>
            <pc:docMk/>
            <pc:sldMk cId="2219960560" sldId="360"/>
            <ac:picMk id="9" creationId="{97A98FCB-24F8-8141-EBB2-F4D6E1873336}"/>
          </ac:picMkLst>
        </pc:picChg>
      </pc:sldChg>
      <pc:sldChg chg="addSp delSp modSp new mod modClrScheme chgLayout">
        <pc:chgData name="Parida, Priyadarshan" userId="e6233861-e335-4431-9103-58729923eb1d" providerId="ADAL" clId="{54BE5071-B3A7-5217-A126-6BBE866F922C}" dt="2025-12-03T18:06:52.192" v="13958"/>
        <pc:sldMkLst>
          <pc:docMk/>
          <pc:sldMk cId="1019564072" sldId="361"/>
        </pc:sldMkLst>
        <pc:spChg chg="mod ord">
          <ac:chgData name="Parida, Priyadarshan" userId="e6233861-e335-4431-9103-58729923eb1d" providerId="ADAL" clId="{54BE5071-B3A7-5217-A126-6BBE866F922C}" dt="2025-11-28T07:21:06.345" v="10137" actId="26606"/>
          <ac:spMkLst>
            <pc:docMk/>
            <pc:sldMk cId="1019564072" sldId="361"/>
            <ac:spMk id="2" creationId="{DF774A26-90AA-5FFF-76AE-680CDBA3EBAB}"/>
          </ac:spMkLst>
        </pc:spChg>
        <pc:picChg chg="add mod">
          <ac:chgData name="Parida, Priyadarshan" userId="e6233861-e335-4431-9103-58729923eb1d" providerId="ADAL" clId="{54BE5071-B3A7-5217-A126-6BBE866F922C}" dt="2025-12-03T18:06:52.192" v="13958"/>
          <ac:picMkLst>
            <pc:docMk/>
            <pc:sldMk cId="1019564072" sldId="361"/>
            <ac:picMk id="6" creationId="{5552E2D6-139A-D0A9-2CD3-F7D7730E885B}"/>
          </ac:picMkLst>
        </pc:picChg>
      </pc:sldChg>
      <pc:sldChg chg="addSp delSp modSp new mod modClrScheme chgLayout">
        <pc:chgData name="Parida, Priyadarshan" userId="e6233861-e335-4431-9103-58729923eb1d" providerId="ADAL" clId="{54BE5071-B3A7-5217-A126-6BBE866F922C}" dt="2025-11-28T08:40:59.985" v="11193" actId="1076"/>
        <pc:sldMkLst>
          <pc:docMk/>
          <pc:sldMk cId="1561267591" sldId="362"/>
        </pc:sldMkLst>
        <pc:spChg chg="add mod ord">
          <ac:chgData name="Parida, Priyadarshan" userId="e6233861-e335-4431-9103-58729923eb1d" providerId="ADAL" clId="{54BE5071-B3A7-5217-A126-6BBE866F922C}" dt="2025-11-28T08:40:59.985" v="11193" actId="1076"/>
          <ac:spMkLst>
            <pc:docMk/>
            <pc:sldMk cId="1561267591" sldId="362"/>
            <ac:spMk id="3" creationId="{511C00D6-D798-27C0-B690-09455CEDC4D1}"/>
          </ac:spMkLst>
        </pc:spChg>
      </pc:sldChg>
      <pc:sldChg chg="addSp delSp modSp add mod modClrScheme chgLayout">
        <pc:chgData name="Parida, Priyadarshan" userId="e6233861-e335-4431-9103-58729923eb1d" providerId="ADAL" clId="{54BE5071-B3A7-5217-A126-6BBE866F922C}" dt="2025-11-28T12:38:13.914" v="13841" actId="1076"/>
        <pc:sldMkLst>
          <pc:docMk/>
          <pc:sldMk cId="3292259439" sldId="364"/>
        </pc:sldMkLst>
        <pc:spChg chg="mod ord">
          <ac:chgData name="Parida, Priyadarshan" userId="e6233861-e335-4431-9103-58729923eb1d" providerId="ADAL" clId="{54BE5071-B3A7-5217-A126-6BBE866F922C}" dt="2025-11-28T09:05:20.916" v="11207" actId="14100"/>
          <ac:spMkLst>
            <pc:docMk/>
            <pc:sldMk cId="3292259439" sldId="364"/>
            <ac:spMk id="2" creationId="{B41733E6-10F6-7098-6E84-336D7146D3F6}"/>
          </ac:spMkLst>
        </pc:spChg>
        <pc:spChg chg="mod">
          <ac:chgData name="Parida, Priyadarshan" userId="e6233861-e335-4431-9103-58729923eb1d" providerId="ADAL" clId="{54BE5071-B3A7-5217-A126-6BBE866F922C}" dt="2025-11-28T09:08:37.705" v="11305" actId="1035"/>
          <ac:spMkLst>
            <pc:docMk/>
            <pc:sldMk cId="3292259439" sldId="364"/>
            <ac:spMk id="32" creationId="{3DB9B2A4-B6A0-F55D-5A90-542D83D65C49}"/>
          </ac:spMkLst>
        </pc:spChg>
        <pc:spChg chg="mod">
          <ac:chgData name="Parida, Priyadarshan" userId="e6233861-e335-4431-9103-58729923eb1d" providerId="ADAL" clId="{54BE5071-B3A7-5217-A126-6BBE866F922C}" dt="2025-11-28T09:06:07.193" v="11256" actId="14100"/>
          <ac:spMkLst>
            <pc:docMk/>
            <pc:sldMk cId="3292259439" sldId="364"/>
            <ac:spMk id="34" creationId="{B6979123-6C38-F736-4FCE-C4113D076860}"/>
          </ac:spMkLst>
        </pc:spChg>
        <pc:spChg chg="mod">
          <ac:chgData name="Parida, Priyadarshan" userId="e6233861-e335-4431-9103-58729923eb1d" providerId="ADAL" clId="{54BE5071-B3A7-5217-A126-6BBE866F922C}" dt="2025-11-28T09:07:22.264" v="11284" actId="1038"/>
          <ac:spMkLst>
            <pc:docMk/>
            <pc:sldMk cId="3292259439" sldId="364"/>
            <ac:spMk id="39" creationId="{9E9F03DF-CA94-B1FB-1154-E26297A91A28}"/>
          </ac:spMkLst>
        </pc:spChg>
        <pc:spChg chg="mod">
          <ac:chgData name="Parida, Priyadarshan" userId="e6233861-e335-4431-9103-58729923eb1d" providerId="ADAL" clId="{54BE5071-B3A7-5217-A126-6BBE866F922C}" dt="2025-11-28T09:07:22.264" v="11284" actId="1038"/>
          <ac:spMkLst>
            <pc:docMk/>
            <pc:sldMk cId="3292259439" sldId="364"/>
            <ac:spMk id="44" creationId="{846CEB72-EF84-71D7-3412-5233535113D1}"/>
          </ac:spMkLst>
        </pc:spChg>
        <pc:spChg chg="mod">
          <ac:chgData name="Parida, Priyadarshan" userId="e6233861-e335-4431-9103-58729923eb1d" providerId="ADAL" clId="{54BE5071-B3A7-5217-A126-6BBE866F922C}" dt="2025-11-28T09:07:22.264" v="11284" actId="1038"/>
          <ac:spMkLst>
            <pc:docMk/>
            <pc:sldMk cId="3292259439" sldId="364"/>
            <ac:spMk id="48" creationId="{23AAD1BB-ABF6-DE5E-F59B-0EB835041BD6}"/>
          </ac:spMkLst>
        </pc:spChg>
        <pc:spChg chg="mod">
          <ac:chgData name="Parida, Priyadarshan" userId="e6233861-e335-4431-9103-58729923eb1d" providerId="ADAL" clId="{54BE5071-B3A7-5217-A126-6BBE866F922C}" dt="2025-11-28T12:38:12.673" v="13840" actId="108"/>
          <ac:spMkLst>
            <pc:docMk/>
            <pc:sldMk cId="3292259439" sldId="364"/>
            <ac:spMk id="53" creationId="{494AF865-91F0-5507-236E-83711EB589E0}"/>
          </ac:spMkLst>
        </pc:spChg>
        <pc:spChg chg="mod">
          <ac:chgData name="Parida, Priyadarshan" userId="e6233861-e335-4431-9103-58729923eb1d" providerId="ADAL" clId="{54BE5071-B3A7-5217-A126-6BBE866F922C}" dt="2025-11-28T12:34:49.143" v="13813" actId="108"/>
          <ac:spMkLst>
            <pc:docMk/>
            <pc:sldMk cId="3292259439" sldId="364"/>
            <ac:spMk id="56" creationId="{A73A83D9-9B23-CC63-4505-37F062B4EEC9}"/>
          </ac:spMkLst>
        </pc:spChg>
        <pc:spChg chg="mod">
          <ac:chgData name="Parida, Priyadarshan" userId="e6233861-e335-4431-9103-58729923eb1d" providerId="ADAL" clId="{54BE5071-B3A7-5217-A126-6BBE866F922C}" dt="2025-11-28T09:07:29.284" v="11303" actId="1037"/>
          <ac:spMkLst>
            <pc:docMk/>
            <pc:sldMk cId="3292259439" sldId="364"/>
            <ac:spMk id="57" creationId="{93B4DA09-0728-A2CD-57D0-320F23E1684C}"/>
          </ac:spMkLst>
        </pc:spChg>
        <pc:spChg chg="mod">
          <ac:chgData name="Parida, Priyadarshan" userId="e6233861-e335-4431-9103-58729923eb1d" providerId="ADAL" clId="{54BE5071-B3A7-5217-A126-6BBE866F922C}" dt="2025-11-28T09:07:29.284" v="11303" actId="1037"/>
          <ac:spMkLst>
            <pc:docMk/>
            <pc:sldMk cId="3292259439" sldId="364"/>
            <ac:spMk id="58" creationId="{B856FD9E-EF4F-5D6E-426B-CC4A0812B66A}"/>
          </ac:spMkLst>
        </pc:spChg>
        <pc:spChg chg="mod">
          <ac:chgData name="Parida, Priyadarshan" userId="e6233861-e335-4431-9103-58729923eb1d" providerId="ADAL" clId="{54BE5071-B3A7-5217-A126-6BBE866F922C}" dt="2025-11-28T09:07:29.284" v="11303" actId="1037"/>
          <ac:spMkLst>
            <pc:docMk/>
            <pc:sldMk cId="3292259439" sldId="364"/>
            <ac:spMk id="59" creationId="{D3DD9AB5-634B-5E67-50F3-246AC67E9425}"/>
          </ac:spMkLst>
        </pc:spChg>
        <pc:spChg chg="mod topLvl">
          <ac:chgData name="Parida, Priyadarshan" userId="e6233861-e335-4431-9103-58729923eb1d" providerId="ADAL" clId="{54BE5071-B3A7-5217-A126-6BBE866F922C}" dt="2025-11-28T10:54:43.213" v="11619" actId="207"/>
          <ac:spMkLst>
            <pc:docMk/>
            <pc:sldMk cId="3292259439" sldId="364"/>
            <ac:spMk id="60" creationId="{72BC571F-7645-D628-E349-1CDB02CA380B}"/>
          </ac:spMkLst>
        </pc:spChg>
        <pc:spChg chg="topLvl">
          <ac:chgData name="Parida, Priyadarshan" userId="e6233861-e335-4431-9103-58729923eb1d" providerId="ADAL" clId="{54BE5071-B3A7-5217-A126-6BBE866F922C}" dt="2025-11-28T10:48:32.513" v="11553" actId="165"/>
          <ac:spMkLst>
            <pc:docMk/>
            <pc:sldMk cId="3292259439" sldId="364"/>
            <ac:spMk id="61" creationId="{7E91109D-DD33-29EA-1A10-4346C41E497D}"/>
          </ac:spMkLst>
        </pc:spChg>
        <pc:spChg chg="mod topLvl">
          <ac:chgData name="Parida, Priyadarshan" userId="e6233861-e335-4431-9103-58729923eb1d" providerId="ADAL" clId="{54BE5071-B3A7-5217-A126-6BBE866F922C}" dt="2025-11-28T10:48:50.771" v="11555" actId="207"/>
          <ac:spMkLst>
            <pc:docMk/>
            <pc:sldMk cId="3292259439" sldId="364"/>
            <ac:spMk id="62" creationId="{CB2579DE-90F3-FC91-617B-61E04BA34A25}"/>
          </ac:spMkLst>
        </pc:spChg>
        <pc:spChg chg="mod topLvl">
          <ac:chgData name="Parida, Priyadarshan" userId="e6233861-e335-4431-9103-58729923eb1d" providerId="ADAL" clId="{54BE5071-B3A7-5217-A126-6BBE866F922C}" dt="2025-11-28T10:54:43.213" v="11619" actId="207"/>
          <ac:spMkLst>
            <pc:docMk/>
            <pc:sldMk cId="3292259439" sldId="364"/>
            <ac:spMk id="63" creationId="{ECACAF0F-7C7C-3663-3C87-200A2E5980AA}"/>
          </ac:spMkLst>
        </pc:spChg>
        <pc:spChg chg="topLvl">
          <ac:chgData name="Parida, Priyadarshan" userId="e6233861-e335-4431-9103-58729923eb1d" providerId="ADAL" clId="{54BE5071-B3A7-5217-A126-6BBE866F922C}" dt="2025-11-28T10:48:16.252" v="11550" actId="165"/>
          <ac:spMkLst>
            <pc:docMk/>
            <pc:sldMk cId="3292259439" sldId="364"/>
            <ac:spMk id="64" creationId="{8C2681C5-2CE4-CB63-9227-1E59949970FA}"/>
          </ac:spMkLst>
        </pc:spChg>
        <pc:spChg chg="mod topLvl">
          <ac:chgData name="Parida, Priyadarshan" userId="e6233861-e335-4431-9103-58729923eb1d" providerId="ADAL" clId="{54BE5071-B3A7-5217-A126-6BBE866F922C}" dt="2025-11-28T10:48:26.376" v="11552" actId="207"/>
          <ac:spMkLst>
            <pc:docMk/>
            <pc:sldMk cId="3292259439" sldId="364"/>
            <ac:spMk id="65" creationId="{4692B1B0-35E1-7382-2819-664DDB470A48}"/>
          </ac:spMkLst>
        </pc:spChg>
        <pc:spChg chg="mod topLvl">
          <ac:chgData name="Parida, Priyadarshan" userId="e6233861-e335-4431-9103-58729923eb1d" providerId="ADAL" clId="{54BE5071-B3A7-5217-A126-6BBE866F922C}" dt="2025-11-28T10:54:43.213" v="11619" actId="207"/>
          <ac:spMkLst>
            <pc:docMk/>
            <pc:sldMk cId="3292259439" sldId="364"/>
            <ac:spMk id="66" creationId="{E2D3B2F8-BFB3-9441-1C55-9084F5A1EDA8}"/>
          </ac:spMkLst>
        </pc:spChg>
        <pc:spChg chg="topLvl">
          <ac:chgData name="Parida, Priyadarshan" userId="e6233861-e335-4431-9103-58729923eb1d" providerId="ADAL" clId="{54BE5071-B3A7-5217-A126-6BBE866F922C}" dt="2025-11-28T10:46:38.424" v="11541" actId="165"/>
          <ac:spMkLst>
            <pc:docMk/>
            <pc:sldMk cId="3292259439" sldId="364"/>
            <ac:spMk id="67" creationId="{CF825D93-BFED-1FB6-B437-F53965AEA2E0}"/>
          </ac:spMkLst>
        </pc:spChg>
        <pc:spChg chg="mod topLvl">
          <ac:chgData name="Parida, Priyadarshan" userId="e6233861-e335-4431-9103-58729923eb1d" providerId="ADAL" clId="{54BE5071-B3A7-5217-A126-6BBE866F922C}" dt="2025-11-28T10:46:49.093" v="11543" actId="207"/>
          <ac:spMkLst>
            <pc:docMk/>
            <pc:sldMk cId="3292259439" sldId="364"/>
            <ac:spMk id="68" creationId="{FCD7FFB3-3088-19D7-ED41-BD34C860BFD6}"/>
          </ac:spMkLst>
        </pc:spChg>
        <pc:grpChg chg="mod">
          <ac:chgData name="Parida, Priyadarshan" userId="e6233861-e335-4431-9103-58729923eb1d" providerId="ADAL" clId="{54BE5071-B3A7-5217-A126-6BBE866F922C}" dt="2025-11-28T09:07:22.264" v="11284" actId="1038"/>
          <ac:grpSpMkLst>
            <pc:docMk/>
            <pc:sldMk cId="3292259439" sldId="364"/>
            <ac:grpSpMk id="38" creationId="{2799A332-1FB4-7CE2-4404-9006955A35B1}"/>
          </ac:grpSpMkLst>
        </pc:grpChg>
        <pc:grpChg chg="mod">
          <ac:chgData name="Parida, Priyadarshan" userId="e6233861-e335-4431-9103-58729923eb1d" providerId="ADAL" clId="{54BE5071-B3A7-5217-A126-6BBE866F922C}" dt="2025-11-28T09:07:22.264" v="11284" actId="1038"/>
          <ac:grpSpMkLst>
            <pc:docMk/>
            <pc:sldMk cId="3292259439" sldId="364"/>
            <ac:grpSpMk id="43" creationId="{CA138251-889D-2278-611F-DEC1B313B966}"/>
          </ac:grpSpMkLst>
        </pc:grpChg>
        <pc:grpChg chg="mod">
          <ac:chgData name="Parida, Priyadarshan" userId="e6233861-e335-4431-9103-58729923eb1d" providerId="ADAL" clId="{54BE5071-B3A7-5217-A126-6BBE866F922C}" dt="2025-11-28T09:07:22.264" v="11284" actId="1038"/>
          <ac:grpSpMkLst>
            <pc:docMk/>
            <pc:sldMk cId="3292259439" sldId="364"/>
            <ac:grpSpMk id="47" creationId="{73559040-FAF2-A557-28F0-3390B15D635B}"/>
          </ac:grpSpMkLst>
        </pc:grpChg>
        <pc:picChg chg="topLvl">
          <ac:chgData name="Parida, Priyadarshan" userId="e6233861-e335-4431-9103-58729923eb1d" providerId="ADAL" clId="{54BE5071-B3A7-5217-A126-6BBE866F922C}" dt="2025-11-28T10:48:32.513" v="11553" actId="165"/>
          <ac:picMkLst>
            <pc:docMk/>
            <pc:sldMk cId="3292259439" sldId="364"/>
            <ac:picMk id="70" creationId="{60D23CC2-B88C-210E-43C9-DA475FFF111C}"/>
          </ac:picMkLst>
        </pc:picChg>
        <pc:picChg chg="topLvl">
          <ac:chgData name="Parida, Priyadarshan" userId="e6233861-e335-4431-9103-58729923eb1d" providerId="ADAL" clId="{54BE5071-B3A7-5217-A126-6BBE866F922C}" dt="2025-11-28T10:48:16.252" v="11550" actId="165"/>
          <ac:picMkLst>
            <pc:docMk/>
            <pc:sldMk cId="3292259439" sldId="364"/>
            <ac:picMk id="72" creationId="{6C4D07A7-47C3-8984-2951-57C97AB4403D}"/>
          </ac:picMkLst>
        </pc:picChg>
        <pc:picChg chg="topLvl">
          <ac:chgData name="Parida, Priyadarshan" userId="e6233861-e335-4431-9103-58729923eb1d" providerId="ADAL" clId="{54BE5071-B3A7-5217-A126-6BBE866F922C}" dt="2025-11-28T10:46:38.424" v="11541" actId="165"/>
          <ac:picMkLst>
            <pc:docMk/>
            <pc:sldMk cId="3292259439" sldId="364"/>
            <ac:picMk id="74" creationId="{2E530B11-B96D-33CE-2130-C9B40D80D385}"/>
          </ac:picMkLst>
        </pc:picChg>
        <pc:cxnChg chg="mod">
          <ac:chgData name="Parida, Priyadarshan" userId="e6233861-e335-4431-9103-58729923eb1d" providerId="ADAL" clId="{54BE5071-B3A7-5217-A126-6BBE866F922C}" dt="2025-11-28T09:07:29.284" v="11303" actId="1037"/>
          <ac:cxnSpMkLst>
            <pc:docMk/>
            <pc:sldMk cId="3292259439" sldId="364"/>
            <ac:cxnSpMk id="54" creationId="{8B925BB0-5C2E-7DEF-68B8-FAF6A59F570E}"/>
          </ac:cxnSpMkLst>
        </pc:cxnChg>
        <pc:cxnChg chg="mod">
          <ac:chgData name="Parida, Priyadarshan" userId="e6233861-e335-4431-9103-58729923eb1d" providerId="ADAL" clId="{54BE5071-B3A7-5217-A126-6BBE866F922C}" dt="2025-11-28T09:07:29.284" v="11303" actId="1037"/>
          <ac:cxnSpMkLst>
            <pc:docMk/>
            <pc:sldMk cId="3292259439" sldId="364"/>
            <ac:cxnSpMk id="55" creationId="{E5F4BDB6-4100-3AE0-0D5C-7625240283F0}"/>
          </ac:cxnSpMkLst>
        </pc:cxnChg>
      </pc:sldChg>
      <pc:sldChg chg="addSp delSp modSp add mod">
        <pc:chgData name="Parida, Priyadarshan" userId="e6233861-e335-4431-9103-58729923eb1d" providerId="ADAL" clId="{54BE5071-B3A7-5217-A126-6BBE866F922C}" dt="2025-12-04T01:08:40.242" v="14437" actId="20577"/>
        <pc:sldMkLst>
          <pc:docMk/>
          <pc:sldMk cId="3872426092" sldId="365"/>
        </pc:sldMkLst>
        <pc:spChg chg="mod">
          <ac:chgData name="Parida, Priyadarshan" userId="e6233861-e335-4431-9103-58729923eb1d" providerId="ADAL" clId="{54BE5071-B3A7-5217-A126-6BBE866F922C}" dt="2025-11-28T09:19:26.701" v="11371" actId="20577"/>
          <ac:spMkLst>
            <pc:docMk/>
            <pc:sldMk cId="3872426092" sldId="365"/>
            <ac:spMk id="2" creationId="{E1A1ED79-58B9-27DF-079C-7ED83BFB6B05}"/>
          </ac:spMkLst>
        </pc:spChg>
        <pc:spChg chg="add mod">
          <ac:chgData name="Parida, Priyadarshan" userId="e6233861-e335-4431-9103-58729923eb1d" providerId="ADAL" clId="{54BE5071-B3A7-5217-A126-6BBE866F922C}" dt="2025-12-03T18:54:03.188" v="14384" actId="207"/>
          <ac:spMkLst>
            <pc:docMk/>
            <pc:sldMk cId="3872426092" sldId="365"/>
            <ac:spMk id="5" creationId="{80AFC4A8-40F7-05C5-809C-7A44FE614649}"/>
          </ac:spMkLst>
        </pc:spChg>
        <pc:spChg chg="mod">
          <ac:chgData name="Parida, Priyadarshan" userId="e6233861-e335-4431-9103-58729923eb1d" providerId="ADAL" clId="{54BE5071-B3A7-5217-A126-6BBE866F922C}" dt="2025-11-28T10:29:57.498" v="11429" actId="14100"/>
          <ac:spMkLst>
            <pc:docMk/>
            <pc:sldMk cId="3872426092" sldId="365"/>
            <ac:spMk id="6" creationId="{8433D9AF-085A-1013-93DC-52F48899702E}"/>
          </ac:spMkLst>
        </pc:spChg>
        <pc:spChg chg="mod">
          <ac:chgData name="Parida, Priyadarshan" userId="e6233861-e335-4431-9103-58729923eb1d" providerId="ADAL" clId="{54BE5071-B3A7-5217-A126-6BBE866F922C}" dt="2025-11-28T11:05:01.494" v="11733" actId="20577"/>
          <ac:spMkLst>
            <pc:docMk/>
            <pc:sldMk cId="3872426092" sldId="365"/>
            <ac:spMk id="8" creationId="{78E38E54-52F6-D536-1AC1-41F16D7BA5D8}"/>
          </ac:spMkLst>
        </pc:spChg>
        <pc:spChg chg="mod">
          <ac:chgData name="Parida, Priyadarshan" userId="e6233861-e335-4431-9103-58729923eb1d" providerId="ADAL" clId="{54BE5071-B3A7-5217-A126-6BBE866F922C}" dt="2025-11-28T10:30:27.252" v="11440" actId="1076"/>
          <ac:spMkLst>
            <pc:docMk/>
            <pc:sldMk cId="3872426092" sldId="365"/>
            <ac:spMk id="10" creationId="{03EA8083-E0DB-9C83-1B32-149A48B69141}"/>
          </ac:spMkLst>
        </pc:spChg>
        <pc:spChg chg="mod">
          <ac:chgData name="Parida, Priyadarshan" userId="e6233861-e335-4431-9103-58729923eb1d" providerId="ADAL" clId="{54BE5071-B3A7-5217-A126-6BBE866F922C}" dt="2025-11-28T10:30:33.109" v="11448" actId="1035"/>
          <ac:spMkLst>
            <pc:docMk/>
            <pc:sldMk cId="3872426092" sldId="365"/>
            <ac:spMk id="11" creationId="{69F5343D-34B7-9752-B387-B97B5326A6B8}"/>
          </ac:spMkLst>
        </pc:spChg>
        <pc:spChg chg="mod">
          <ac:chgData name="Parida, Priyadarshan" userId="e6233861-e335-4431-9103-58729923eb1d" providerId="ADAL" clId="{54BE5071-B3A7-5217-A126-6BBE866F922C}" dt="2025-12-04T01:08:40.242" v="14437" actId="20577"/>
          <ac:spMkLst>
            <pc:docMk/>
            <pc:sldMk cId="3872426092" sldId="365"/>
            <ac:spMk id="12" creationId="{73225FC7-6AF9-70A7-5CC7-03EAFB232458}"/>
          </ac:spMkLst>
        </pc:spChg>
        <pc:spChg chg="mod">
          <ac:chgData name="Parida, Priyadarshan" userId="e6233861-e335-4431-9103-58729923eb1d" providerId="ADAL" clId="{54BE5071-B3A7-5217-A126-6BBE866F922C}" dt="2025-11-28T10:41:39.243" v="11490" actId="14100"/>
          <ac:spMkLst>
            <pc:docMk/>
            <pc:sldMk cId="3872426092" sldId="365"/>
            <ac:spMk id="13" creationId="{83F4F513-7A93-2BA4-5A4C-E6C3C0EF43B4}"/>
          </ac:spMkLst>
        </pc:spChg>
        <pc:spChg chg="mod">
          <ac:chgData name="Parida, Priyadarshan" userId="e6233861-e335-4431-9103-58729923eb1d" providerId="ADAL" clId="{54BE5071-B3A7-5217-A126-6BBE866F922C}" dt="2025-11-28T10:41:45.774" v="11491" actId="14100"/>
          <ac:spMkLst>
            <pc:docMk/>
            <pc:sldMk cId="3872426092" sldId="365"/>
            <ac:spMk id="15" creationId="{51B46AB7-2606-7CF5-F6EC-1EBE60FB6604}"/>
          </ac:spMkLst>
        </pc:spChg>
        <pc:spChg chg="mod">
          <ac:chgData name="Parida, Priyadarshan" userId="e6233861-e335-4431-9103-58729923eb1d" providerId="ADAL" clId="{54BE5071-B3A7-5217-A126-6BBE866F922C}" dt="2025-11-28T10:41:45.774" v="11491" actId="14100"/>
          <ac:spMkLst>
            <pc:docMk/>
            <pc:sldMk cId="3872426092" sldId="365"/>
            <ac:spMk id="17" creationId="{5E8E7254-2306-37F0-7030-92CF3B530FD7}"/>
          </ac:spMkLst>
        </pc:spChg>
        <pc:spChg chg="mod">
          <ac:chgData name="Parida, Priyadarshan" userId="e6233861-e335-4431-9103-58729923eb1d" providerId="ADAL" clId="{54BE5071-B3A7-5217-A126-6BBE866F922C}" dt="2025-11-28T10:38:19.993" v="11469"/>
          <ac:spMkLst>
            <pc:docMk/>
            <pc:sldMk cId="3872426092" sldId="365"/>
            <ac:spMk id="23" creationId="{A9621FAD-B90F-1AFC-5D0F-6B7B2D0E86C7}"/>
          </ac:spMkLst>
        </pc:spChg>
        <pc:spChg chg="mod">
          <ac:chgData name="Parida, Priyadarshan" userId="e6233861-e335-4431-9103-58729923eb1d" providerId="ADAL" clId="{54BE5071-B3A7-5217-A126-6BBE866F922C}" dt="2025-11-28T10:33:01.084" v="11458"/>
          <ac:spMkLst>
            <pc:docMk/>
            <pc:sldMk cId="3872426092" sldId="365"/>
            <ac:spMk id="24" creationId="{C46B3963-EEC5-789B-AC20-DEB03FD33C29}"/>
          </ac:spMkLst>
        </pc:spChg>
        <pc:spChg chg="mod">
          <ac:chgData name="Parida, Priyadarshan" userId="e6233861-e335-4431-9103-58729923eb1d" providerId="ADAL" clId="{54BE5071-B3A7-5217-A126-6BBE866F922C}" dt="2025-11-28T10:39:53.800" v="11475" actId="1076"/>
          <ac:spMkLst>
            <pc:docMk/>
            <pc:sldMk cId="3872426092" sldId="365"/>
            <ac:spMk id="27" creationId="{52050813-34B1-AD1B-5F95-DF07E1AE549F}"/>
          </ac:spMkLst>
        </pc:spChg>
        <pc:spChg chg="mod">
          <ac:chgData name="Parida, Priyadarshan" userId="e6233861-e335-4431-9103-58729923eb1d" providerId="ADAL" clId="{54BE5071-B3A7-5217-A126-6BBE866F922C}" dt="2025-11-28T10:37:46.065" v="11463" actId="20577"/>
          <ac:spMkLst>
            <pc:docMk/>
            <pc:sldMk cId="3872426092" sldId="365"/>
            <ac:spMk id="37" creationId="{9BA16A7D-8496-1277-2F64-1E6D59649A4E}"/>
          </ac:spMkLst>
        </pc:spChg>
        <pc:spChg chg="mod">
          <ac:chgData name="Parida, Priyadarshan" userId="e6233861-e335-4431-9103-58729923eb1d" providerId="ADAL" clId="{54BE5071-B3A7-5217-A126-6BBE866F922C}" dt="2025-11-28T10:39:48.283" v="11474" actId="1076"/>
          <ac:spMkLst>
            <pc:docMk/>
            <pc:sldMk cId="3872426092" sldId="365"/>
            <ac:spMk id="38" creationId="{42503528-8CF2-267D-965E-7987D45DCE9D}"/>
          </ac:spMkLst>
        </pc:spChg>
        <pc:spChg chg="mod topLvl">
          <ac:chgData name="Parida, Priyadarshan" userId="e6233861-e335-4431-9103-58729923eb1d" providerId="ADAL" clId="{54BE5071-B3A7-5217-A126-6BBE866F922C}" dt="2025-12-03T18:44:04.352" v="14374" actId="113"/>
          <ac:spMkLst>
            <pc:docMk/>
            <pc:sldMk cId="3872426092" sldId="365"/>
            <ac:spMk id="48" creationId="{3ADEAFF0-8A18-F31A-53FF-B21C37BA3C57}"/>
          </ac:spMkLst>
        </pc:spChg>
        <pc:spChg chg="mod topLvl">
          <ac:chgData name="Parida, Priyadarshan" userId="e6233861-e335-4431-9103-58729923eb1d" providerId="ADAL" clId="{54BE5071-B3A7-5217-A126-6BBE866F922C}" dt="2025-12-03T18:44:04.352" v="14374" actId="113"/>
          <ac:spMkLst>
            <pc:docMk/>
            <pc:sldMk cId="3872426092" sldId="365"/>
            <ac:spMk id="55" creationId="{29E0BE87-C5E9-56F3-D7F6-1D7ECDCECDCD}"/>
          </ac:spMkLst>
        </pc:spChg>
        <pc:spChg chg="mod topLvl">
          <ac:chgData name="Parida, Priyadarshan" userId="e6233861-e335-4431-9103-58729923eb1d" providerId="ADAL" clId="{54BE5071-B3A7-5217-A126-6BBE866F922C}" dt="2025-12-03T18:44:04.352" v="14374" actId="113"/>
          <ac:spMkLst>
            <pc:docMk/>
            <pc:sldMk cId="3872426092" sldId="365"/>
            <ac:spMk id="56" creationId="{7BFEEB99-1330-8379-83CD-4F89E5D4813A}"/>
          </ac:spMkLst>
        </pc:spChg>
        <pc:spChg chg="mod topLvl">
          <ac:chgData name="Parida, Priyadarshan" userId="e6233861-e335-4431-9103-58729923eb1d" providerId="ADAL" clId="{54BE5071-B3A7-5217-A126-6BBE866F922C}" dt="2025-12-03T18:44:10.975" v="14376" actId="113"/>
          <ac:spMkLst>
            <pc:docMk/>
            <pc:sldMk cId="3872426092" sldId="365"/>
            <ac:spMk id="57" creationId="{8CFB2EAC-8915-2FA7-E486-5FB38AA3EC92}"/>
          </ac:spMkLst>
        </pc:spChg>
        <pc:spChg chg="mod topLvl">
          <ac:chgData name="Parida, Priyadarshan" userId="e6233861-e335-4431-9103-58729923eb1d" providerId="ADAL" clId="{54BE5071-B3A7-5217-A126-6BBE866F922C}" dt="2025-12-03T18:44:04.352" v="14374" actId="113"/>
          <ac:spMkLst>
            <pc:docMk/>
            <pc:sldMk cId="3872426092" sldId="365"/>
            <ac:spMk id="58" creationId="{56314FA5-C68A-B685-0AB3-55C8484C11B9}"/>
          </ac:spMkLst>
        </pc:spChg>
        <pc:grpChg chg="add mod">
          <ac:chgData name="Parida, Priyadarshan" userId="e6233861-e335-4431-9103-58729923eb1d" providerId="ADAL" clId="{54BE5071-B3A7-5217-A126-6BBE866F922C}" dt="2025-11-28T10:52:28.490" v="11610" actId="14100"/>
          <ac:grpSpMkLst>
            <pc:docMk/>
            <pc:sldMk cId="3872426092" sldId="365"/>
            <ac:grpSpMk id="9" creationId="{EF20A0FD-7916-E378-B59C-17986253E918}"/>
          </ac:grpSpMkLst>
        </pc:grpChg>
        <pc:grpChg chg="add del mod">
          <ac:chgData name="Parida, Priyadarshan" userId="e6233861-e335-4431-9103-58729923eb1d" providerId="ADAL" clId="{54BE5071-B3A7-5217-A126-6BBE866F922C}" dt="2025-11-28T11:00:31.644" v="11651" actId="165"/>
          <ac:grpSpMkLst>
            <pc:docMk/>
            <pc:sldMk cId="3872426092" sldId="365"/>
            <ac:grpSpMk id="60" creationId="{B55523AA-9857-2DAB-5248-0011D1E6C267}"/>
          </ac:grpSpMkLst>
        </pc:grpChg>
        <pc:cxnChg chg="mod topLvl">
          <ac:chgData name="Parida, Priyadarshan" userId="e6233861-e335-4431-9103-58729923eb1d" providerId="ADAL" clId="{54BE5071-B3A7-5217-A126-6BBE866F922C}" dt="2025-11-28T11:00:31.644" v="11651" actId="165"/>
          <ac:cxnSpMkLst>
            <pc:docMk/>
            <pc:sldMk cId="3872426092" sldId="365"/>
            <ac:cxnSpMk id="53" creationId="{5FF5437E-259A-C9AE-9447-EAE5482BE1BD}"/>
          </ac:cxnSpMkLst>
        </pc:cxnChg>
        <pc:cxnChg chg="mod topLvl">
          <ac:chgData name="Parida, Priyadarshan" userId="e6233861-e335-4431-9103-58729923eb1d" providerId="ADAL" clId="{54BE5071-B3A7-5217-A126-6BBE866F922C}" dt="2025-11-28T11:00:31.644" v="11651" actId="165"/>
          <ac:cxnSpMkLst>
            <pc:docMk/>
            <pc:sldMk cId="3872426092" sldId="365"/>
            <ac:cxnSpMk id="54" creationId="{75B19E23-AD10-23FE-4E16-D56AFA314B74}"/>
          </ac:cxnSpMkLst>
        </pc:cxnChg>
      </pc:sldChg>
      <pc:sldChg chg="addSp modSp new mod">
        <pc:chgData name="Parida, Priyadarshan" userId="e6233861-e335-4431-9103-58729923eb1d" providerId="ADAL" clId="{54BE5071-B3A7-5217-A126-6BBE866F922C}" dt="2025-12-04T01:22:04.349" v="14465" actId="1076"/>
        <pc:sldMkLst>
          <pc:docMk/>
          <pc:sldMk cId="2979878774" sldId="366"/>
        </pc:sldMkLst>
        <pc:spChg chg="mod">
          <ac:chgData name="Parida, Priyadarshan" userId="e6233861-e335-4431-9103-58729923eb1d" providerId="ADAL" clId="{54BE5071-B3A7-5217-A126-6BBE866F922C}" dt="2025-11-28T11:32:42.517" v="12053" actId="20577"/>
          <ac:spMkLst>
            <pc:docMk/>
            <pc:sldMk cId="2979878774" sldId="366"/>
            <ac:spMk id="2" creationId="{14F78824-D997-08DA-FC03-553626CC82EB}"/>
          </ac:spMkLst>
        </pc:spChg>
        <pc:spChg chg="mod">
          <ac:chgData name="Parida, Priyadarshan" userId="e6233861-e335-4431-9103-58729923eb1d" providerId="ADAL" clId="{54BE5071-B3A7-5217-A126-6BBE866F922C}" dt="2025-11-28T11:36:59.800" v="12054"/>
          <ac:spMkLst>
            <pc:docMk/>
            <pc:sldMk cId="2979878774" sldId="366"/>
            <ac:spMk id="4" creationId="{AA48D70B-EE69-7543-8D98-35A66D8245B5}"/>
          </ac:spMkLst>
        </pc:spChg>
        <pc:spChg chg="mod">
          <ac:chgData name="Parida, Priyadarshan" userId="e6233861-e335-4431-9103-58729923eb1d" providerId="ADAL" clId="{54BE5071-B3A7-5217-A126-6BBE866F922C}" dt="2025-11-28T11:36:59.800" v="12054"/>
          <ac:spMkLst>
            <pc:docMk/>
            <pc:sldMk cId="2979878774" sldId="366"/>
            <ac:spMk id="5" creationId="{1612341A-12CD-C838-D941-4008AA07B714}"/>
          </ac:spMkLst>
        </pc:spChg>
        <pc:spChg chg="add mod">
          <ac:chgData name="Parida, Priyadarshan" userId="e6233861-e335-4431-9103-58729923eb1d" providerId="ADAL" clId="{54BE5071-B3A7-5217-A126-6BBE866F922C}" dt="2025-11-28T11:47:39.759" v="12417" actId="20577"/>
          <ac:spMkLst>
            <pc:docMk/>
            <pc:sldMk cId="2979878774" sldId="366"/>
            <ac:spMk id="6" creationId="{8CC14271-9BD4-4B32-92E9-B214893CDE35}"/>
          </ac:spMkLst>
        </pc:spChg>
        <pc:spChg chg="mod">
          <ac:chgData name="Parida, Priyadarshan" userId="e6233861-e335-4431-9103-58729923eb1d" providerId="ADAL" clId="{54BE5071-B3A7-5217-A126-6BBE866F922C}" dt="2025-11-28T11:36:59.800" v="12054"/>
          <ac:spMkLst>
            <pc:docMk/>
            <pc:sldMk cId="2979878774" sldId="366"/>
            <ac:spMk id="8" creationId="{9DD9E4EF-14F5-2F1F-3797-27E13AA4D96F}"/>
          </ac:spMkLst>
        </pc:spChg>
        <pc:spChg chg="add mod">
          <ac:chgData name="Parida, Priyadarshan" userId="e6233861-e335-4431-9103-58729923eb1d" providerId="ADAL" clId="{54BE5071-B3A7-5217-A126-6BBE866F922C}" dt="2025-11-28T11:51:18.367" v="12536" actId="20577"/>
          <ac:spMkLst>
            <pc:docMk/>
            <pc:sldMk cId="2979878774" sldId="366"/>
            <ac:spMk id="10" creationId="{592BF449-B81F-7C74-67D5-5F6837F7B578}"/>
          </ac:spMkLst>
        </pc:spChg>
        <pc:spChg chg="mod">
          <ac:chgData name="Parida, Priyadarshan" userId="e6233861-e335-4431-9103-58729923eb1d" providerId="ADAL" clId="{54BE5071-B3A7-5217-A126-6BBE866F922C}" dt="2025-11-28T11:36:59.800" v="12054"/>
          <ac:spMkLst>
            <pc:docMk/>
            <pc:sldMk cId="2979878774" sldId="366"/>
            <ac:spMk id="12" creationId="{6055A10C-FAC8-02C4-BA95-F080A8376F5F}"/>
          </ac:spMkLst>
        </pc:spChg>
        <pc:spChg chg="mod">
          <ac:chgData name="Parida, Priyadarshan" userId="e6233861-e335-4431-9103-58729923eb1d" providerId="ADAL" clId="{54BE5071-B3A7-5217-A126-6BBE866F922C}" dt="2025-11-28T11:36:59.800" v="12054"/>
          <ac:spMkLst>
            <pc:docMk/>
            <pc:sldMk cId="2979878774" sldId="366"/>
            <ac:spMk id="13" creationId="{19F78F4D-89DD-E9CB-C164-4D4C3ADAD110}"/>
          </ac:spMkLst>
        </pc:spChg>
        <pc:spChg chg="add mod">
          <ac:chgData name="Parida, Priyadarshan" userId="e6233861-e335-4431-9103-58729923eb1d" providerId="ADAL" clId="{54BE5071-B3A7-5217-A126-6BBE866F922C}" dt="2025-11-28T11:52:26.797" v="12616" actId="20577"/>
          <ac:spMkLst>
            <pc:docMk/>
            <pc:sldMk cId="2979878774" sldId="366"/>
            <ac:spMk id="14" creationId="{C6E126DB-1CE5-E9D1-B1DD-A417E13F3EB9}"/>
          </ac:spMkLst>
        </pc:spChg>
        <pc:spChg chg="mod">
          <ac:chgData name="Parida, Priyadarshan" userId="e6233861-e335-4431-9103-58729923eb1d" providerId="ADAL" clId="{54BE5071-B3A7-5217-A126-6BBE866F922C}" dt="2025-11-28T11:36:59.800" v="12054"/>
          <ac:spMkLst>
            <pc:docMk/>
            <pc:sldMk cId="2979878774" sldId="366"/>
            <ac:spMk id="16" creationId="{DC0FDF4D-37CA-36F9-063B-91003A6ADB89}"/>
          </ac:spMkLst>
        </pc:spChg>
        <pc:spChg chg="mod">
          <ac:chgData name="Parida, Priyadarshan" userId="e6233861-e335-4431-9103-58729923eb1d" providerId="ADAL" clId="{54BE5071-B3A7-5217-A126-6BBE866F922C}" dt="2025-11-28T11:36:59.800" v="12054"/>
          <ac:spMkLst>
            <pc:docMk/>
            <pc:sldMk cId="2979878774" sldId="366"/>
            <ac:spMk id="17" creationId="{C59C45D7-23C6-08B0-B4F8-8D9A2E147004}"/>
          </ac:spMkLst>
        </pc:spChg>
        <pc:spChg chg="mod">
          <ac:chgData name="Parida, Priyadarshan" userId="e6233861-e335-4431-9103-58729923eb1d" providerId="ADAL" clId="{54BE5071-B3A7-5217-A126-6BBE866F922C}" dt="2025-11-28T12:06:59.528" v="12973" actId="20577"/>
          <ac:spMkLst>
            <pc:docMk/>
            <pc:sldMk cId="2979878774" sldId="366"/>
            <ac:spMk id="18" creationId="{9ED7E5C7-13C7-2F43-18FF-DA5D1661012B}"/>
          </ac:spMkLst>
        </pc:spChg>
        <pc:spChg chg="add mod">
          <ac:chgData name="Parida, Priyadarshan" userId="e6233861-e335-4431-9103-58729923eb1d" providerId="ADAL" clId="{54BE5071-B3A7-5217-A126-6BBE866F922C}" dt="2025-12-04T00:48:13.970" v="14419" actId="20577"/>
          <ac:spMkLst>
            <pc:docMk/>
            <pc:sldMk cId="2979878774" sldId="366"/>
            <ac:spMk id="20" creationId="{8678E140-F718-6A6A-AA38-73E717F02F06}"/>
          </ac:spMkLst>
        </pc:spChg>
        <pc:spChg chg="add mod">
          <ac:chgData name="Parida, Priyadarshan" userId="e6233861-e335-4431-9103-58729923eb1d" providerId="ADAL" clId="{54BE5071-B3A7-5217-A126-6BBE866F922C}" dt="2025-12-04T01:22:04.349" v="14465" actId="1076"/>
          <ac:spMkLst>
            <pc:docMk/>
            <pc:sldMk cId="2979878774" sldId="366"/>
            <ac:spMk id="21" creationId="{27FBC8EF-9E08-03C6-1258-8104595E86F2}"/>
          </ac:spMkLst>
        </pc:spChg>
        <pc:grpChg chg="mod">
          <ac:chgData name="Parida, Priyadarshan" userId="e6233861-e335-4431-9103-58729923eb1d" providerId="ADAL" clId="{54BE5071-B3A7-5217-A126-6BBE866F922C}" dt="2025-11-28T11:37:07.299" v="12055" actId="1076"/>
          <ac:grpSpMkLst>
            <pc:docMk/>
            <pc:sldMk cId="2979878774" sldId="366"/>
            <ac:grpSpMk id="3" creationId="{36E423F7-C536-BF68-C8CE-008E2C832267}"/>
          </ac:grpSpMkLst>
        </pc:grpChg>
        <pc:grpChg chg="mod">
          <ac:chgData name="Parida, Priyadarshan" userId="e6233861-e335-4431-9103-58729923eb1d" providerId="ADAL" clId="{54BE5071-B3A7-5217-A126-6BBE866F922C}" dt="2025-11-28T11:37:07.299" v="12055" actId="1076"/>
          <ac:grpSpMkLst>
            <pc:docMk/>
            <pc:sldMk cId="2979878774" sldId="366"/>
            <ac:grpSpMk id="7" creationId="{6726C956-2995-7FA0-CD72-FF1AEA43EE15}"/>
          </ac:grpSpMkLst>
        </pc:grpChg>
        <pc:grpChg chg="mod">
          <ac:chgData name="Parida, Priyadarshan" userId="e6233861-e335-4431-9103-58729923eb1d" providerId="ADAL" clId="{54BE5071-B3A7-5217-A126-6BBE866F922C}" dt="2025-11-28T11:37:07.299" v="12055" actId="1076"/>
          <ac:grpSpMkLst>
            <pc:docMk/>
            <pc:sldMk cId="2979878774" sldId="366"/>
            <ac:grpSpMk id="11" creationId="{0D78A6BB-992A-083E-FCFD-760C1C367BE7}"/>
          </ac:grpSpMkLst>
        </pc:grpChg>
        <pc:grpChg chg="mod">
          <ac:chgData name="Parida, Priyadarshan" userId="e6233861-e335-4431-9103-58729923eb1d" providerId="ADAL" clId="{54BE5071-B3A7-5217-A126-6BBE866F922C}" dt="2025-11-28T11:37:07.299" v="12055" actId="1076"/>
          <ac:grpSpMkLst>
            <pc:docMk/>
            <pc:sldMk cId="2979878774" sldId="366"/>
            <ac:grpSpMk id="15" creationId="{2D88F855-984E-09FD-D842-857A52C61D67}"/>
          </ac:grpSpMkLst>
        </pc:grpChg>
        <pc:graphicFrameChg chg="add mod modGraphic">
          <ac:chgData name="Parida, Priyadarshan" userId="e6233861-e335-4431-9103-58729923eb1d" providerId="ADAL" clId="{54BE5071-B3A7-5217-A126-6BBE866F922C}" dt="2025-12-04T01:21:54.389" v="14464" actId="255"/>
          <ac:graphicFrameMkLst>
            <pc:docMk/>
            <pc:sldMk cId="2979878774" sldId="366"/>
            <ac:graphicFrameMk id="19" creationId="{F4BCA8BA-EF29-414F-0AAE-035D58945D00}"/>
          </ac:graphicFrameMkLst>
        </pc:graphicFrameChg>
      </pc:sldChg>
      <pc:sldChg chg="addSp modSp new mod">
        <pc:chgData name="Parida, Priyadarshan" userId="e6233861-e335-4431-9103-58729923eb1d" providerId="ADAL" clId="{54BE5071-B3A7-5217-A126-6BBE866F922C}" dt="2025-12-04T01:49:07.454" v="14514" actId="20577"/>
        <pc:sldMkLst>
          <pc:docMk/>
          <pc:sldMk cId="2122835292" sldId="367"/>
        </pc:sldMkLst>
        <pc:spChg chg="mod">
          <ac:chgData name="Parida, Priyadarshan" userId="e6233861-e335-4431-9103-58729923eb1d" providerId="ADAL" clId="{54BE5071-B3A7-5217-A126-6BBE866F922C}" dt="2025-12-04T01:49:07.454" v="14514" actId="20577"/>
          <ac:spMkLst>
            <pc:docMk/>
            <pc:sldMk cId="2122835292" sldId="367"/>
            <ac:spMk id="2" creationId="{5A47676E-6877-1C1B-0CF8-20A92EAE286B}"/>
          </ac:spMkLst>
        </pc:spChg>
        <pc:picChg chg="add mod">
          <ac:chgData name="Parida, Priyadarshan" userId="e6233861-e335-4431-9103-58729923eb1d" providerId="ADAL" clId="{54BE5071-B3A7-5217-A126-6BBE866F922C}" dt="2025-11-28T12:32:55.547" v="13809"/>
          <ac:picMkLst>
            <pc:docMk/>
            <pc:sldMk cId="2122835292" sldId="367"/>
            <ac:picMk id="3" creationId="{42BCC941-2A15-EA34-BFE6-E0BE53E021BE}"/>
          </ac:picMkLst>
        </pc:picChg>
      </pc:sldChg>
      <pc:sldChg chg="addSp delSp modSp add mod">
        <pc:chgData name="Parida, Priyadarshan" userId="e6233861-e335-4431-9103-58729923eb1d" providerId="ADAL" clId="{54BE5071-B3A7-5217-A126-6BBE866F922C}" dt="2025-12-03T18:21:14.674" v="14190" actId="1076"/>
        <pc:sldMkLst>
          <pc:docMk/>
          <pc:sldMk cId="2747203856" sldId="368"/>
        </pc:sldMkLst>
        <pc:spChg chg="mod">
          <ac:chgData name="Parida, Priyadarshan" userId="e6233861-e335-4431-9103-58729923eb1d" providerId="ADAL" clId="{54BE5071-B3A7-5217-A126-6BBE866F922C}" dt="2025-12-03T18:21:14.674" v="14190" actId="1076"/>
          <ac:spMkLst>
            <pc:docMk/>
            <pc:sldMk cId="2747203856" sldId="368"/>
            <ac:spMk id="6" creationId="{117FEB58-33D6-FDDC-1E74-E0E4C697DEAD}"/>
          </ac:spMkLst>
        </pc:spChg>
        <pc:spChg chg="mod">
          <ac:chgData name="Parida, Priyadarshan" userId="e6233861-e335-4431-9103-58729923eb1d" providerId="ADAL" clId="{54BE5071-B3A7-5217-A126-6BBE866F922C}" dt="2025-11-28T11:28:41.048" v="11944"/>
          <ac:spMkLst>
            <pc:docMk/>
            <pc:sldMk cId="2747203856" sldId="368"/>
            <ac:spMk id="22" creationId="{B73C12D1-497A-6FE6-CED5-DA7B25F295A8}"/>
          </ac:spMkLst>
        </pc:spChg>
        <pc:spChg chg="mod">
          <ac:chgData name="Parida, Priyadarshan" userId="e6233861-e335-4431-9103-58729923eb1d" providerId="ADAL" clId="{54BE5071-B3A7-5217-A126-6BBE866F922C}" dt="2025-11-28T11:28:41.048" v="11944"/>
          <ac:spMkLst>
            <pc:docMk/>
            <pc:sldMk cId="2747203856" sldId="368"/>
            <ac:spMk id="23" creationId="{F8235CD2-1FB9-F905-BFCF-39E05C5F1B8B}"/>
          </ac:spMkLst>
        </pc:spChg>
        <pc:spChg chg="add mod">
          <ac:chgData name="Parida, Priyadarshan" userId="e6233861-e335-4431-9103-58729923eb1d" providerId="ADAL" clId="{54BE5071-B3A7-5217-A126-6BBE866F922C}" dt="2025-11-28T11:28:51.900" v="11945" actId="1076"/>
          <ac:spMkLst>
            <pc:docMk/>
            <pc:sldMk cId="2747203856" sldId="368"/>
            <ac:spMk id="24" creationId="{ECA20508-1C56-E687-6DD3-C1FBA05120AC}"/>
          </ac:spMkLst>
        </pc:spChg>
        <pc:spChg chg="mod">
          <ac:chgData name="Parida, Priyadarshan" userId="e6233861-e335-4431-9103-58729923eb1d" providerId="ADAL" clId="{54BE5071-B3A7-5217-A126-6BBE866F922C}" dt="2025-11-28T11:28:41.048" v="11944"/>
          <ac:spMkLst>
            <pc:docMk/>
            <pc:sldMk cId="2747203856" sldId="368"/>
            <ac:spMk id="26" creationId="{A49C4469-30DD-D774-3E8A-AC391A3C66EB}"/>
          </ac:spMkLst>
        </pc:spChg>
        <pc:spChg chg="mod">
          <ac:chgData name="Parida, Priyadarshan" userId="e6233861-e335-4431-9103-58729923eb1d" providerId="ADAL" clId="{54BE5071-B3A7-5217-A126-6BBE866F922C}" dt="2025-11-28T11:28:41.048" v="11944"/>
          <ac:spMkLst>
            <pc:docMk/>
            <pc:sldMk cId="2747203856" sldId="368"/>
            <ac:spMk id="27" creationId="{62C75FF3-E1BC-6B98-4232-1BD5DBD8E869}"/>
          </ac:spMkLst>
        </pc:spChg>
        <pc:spChg chg="add mod">
          <ac:chgData name="Parida, Priyadarshan" userId="e6233861-e335-4431-9103-58729923eb1d" providerId="ADAL" clId="{54BE5071-B3A7-5217-A126-6BBE866F922C}" dt="2025-11-28T11:28:51.900" v="11945" actId="1076"/>
          <ac:spMkLst>
            <pc:docMk/>
            <pc:sldMk cId="2747203856" sldId="368"/>
            <ac:spMk id="28" creationId="{DB22E366-CCC2-EF73-6FD8-5D182C2D6D9A}"/>
          </ac:spMkLst>
        </pc:spChg>
        <pc:grpChg chg="add mod">
          <ac:chgData name="Parida, Priyadarshan" userId="e6233861-e335-4431-9103-58729923eb1d" providerId="ADAL" clId="{54BE5071-B3A7-5217-A126-6BBE866F922C}" dt="2025-11-28T11:28:51.900" v="11945" actId="1076"/>
          <ac:grpSpMkLst>
            <pc:docMk/>
            <pc:sldMk cId="2747203856" sldId="368"/>
            <ac:grpSpMk id="21" creationId="{95B965DD-A948-64E4-7893-CAF273F6EFCB}"/>
          </ac:grpSpMkLst>
        </pc:grpChg>
        <pc:grpChg chg="add mod">
          <ac:chgData name="Parida, Priyadarshan" userId="e6233861-e335-4431-9103-58729923eb1d" providerId="ADAL" clId="{54BE5071-B3A7-5217-A126-6BBE866F922C}" dt="2025-11-28T11:28:51.900" v="11945" actId="1076"/>
          <ac:grpSpMkLst>
            <pc:docMk/>
            <pc:sldMk cId="2747203856" sldId="368"/>
            <ac:grpSpMk id="25" creationId="{B81492C3-548A-2D8C-EC38-B3602C21D47A}"/>
          </ac:grpSpMkLst>
        </pc:grpChg>
        <pc:picChg chg="mod">
          <ac:chgData name="Parida, Priyadarshan" userId="e6233861-e335-4431-9103-58729923eb1d" providerId="ADAL" clId="{54BE5071-B3A7-5217-A126-6BBE866F922C}" dt="2025-12-03T18:21:10.041" v="14189" actId="1076"/>
          <ac:picMkLst>
            <pc:docMk/>
            <pc:sldMk cId="2747203856" sldId="368"/>
            <ac:picMk id="5" creationId="{7CE7AAF9-F9D2-490F-8E20-1A4A9C972803}"/>
          </ac:picMkLst>
        </pc:picChg>
        <pc:picChg chg="mod">
          <ac:chgData name="Parida, Priyadarshan" userId="e6233861-e335-4431-9103-58729923eb1d" providerId="ADAL" clId="{54BE5071-B3A7-5217-A126-6BBE866F922C}" dt="2025-11-28T11:31:08.970" v="11957" actId="1076"/>
          <ac:picMkLst>
            <pc:docMk/>
            <pc:sldMk cId="2747203856" sldId="368"/>
            <ac:picMk id="16" creationId="{786E1962-B97B-3B38-2D82-D11F1EF9D0C1}"/>
          </ac:picMkLst>
        </pc:picChg>
        <pc:picChg chg="add mod">
          <ac:chgData name="Parida, Priyadarshan" userId="e6233861-e335-4431-9103-58729923eb1d" providerId="ADAL" clId="{54BE5071-B3A7-5217-A126-6BBE866F922C}" dt="2025-11-28T11:30:47.527" v="11956" actId="1076"/>
          <ac:picMkLst>
            <pc:docMk/>
            <pc:sldMk cId="2747203856" sldId="368"/>
            <ac:picMk id="19" creationId="{AC763F9C-3487-2508-2C0C-5E5663612843}"/>
          </ac:picMkLst>
        </pc:picChg>
        <pc:picChg chg="add mod">
          <ac:chgData name="Parida, Priyadarshan" userId="e6233861-e335-4431-9103-58729923eb1d" providerId="ADAL" clId="{54BE5071-B3A7-5217-A126-6BBE866F922C}" dt="2025-11-28T11:30:45.402" v="11955" actId="1076"/>
          <ac:picMkLst>
            <pc:docMk/>
            <pc:sldMk cId="2747203856" sldId="368"/>
            <ac:picMk id="20" creationId="{785D0858-DD79-5B97-BD7E-81142ECF7D61}"/>
          </ac:picMkLst>
        </pc:picChg>
      </pc:sldChg>
      <pc:sldChg chg="addSp modSp new mod">
        <pc:chgData name="Parida, Priyadarshan" userId="e6233861-e335-4431-9103-58729923eb1d" providerId="ADAL" clId="{54BE5071-B3A7-5217-A126-6BBE866F922C}" dt="2025-12-03T20:24:23.626" v="14392" actId="6549"/>
        <pc:sldMkLst>
          <pc:docMk/>
          <pc:sldMk cId="2669237893" sldId="369"/>
        </pc:sldMkLst>
        <pc:spChg chg="mod">
          <ac:chgData name="Parida, Priyadarshan" userId="e6233861-e335-4431-9103-58729923eb1d" providerId="ADAL" clId="{54BE5071-B3A7-5217-A126-6BBE866F922C}" dt="2025-11-28T12:02:26.600" v="12817" actId="20577"/>
          <ac:spMkLst>
            <pc:docMk/>
            <pc:sldMk cId="2669237893" sldId="369"/>
            <ac:spMk id="2" creationId="{DDB0F75A-2446-5903-6AEF-567FCBFA33D1}"/>
          </ac:spMkLst>
        </pc:spChg>
        <pc:spChg chg="mod">
          <ac:chgData name="Parida, Priyadarshan" userId="e6233861-e335-4431-9103-58729923eb1d" providerId="ADAL" clId="{54BE5071-B3A7-5217-A126-6BBE866F922C}" dt="2025-12-03T20:24:23.626" v="14392" actId="6549"/>
          <ac:spMkLst>
            <pc:docMk/>
            <pc:sldMk cId="2669237893" sldId="369"/>
            <ac:spMk id="30" creationId="{52EDB174-6C8E-0BE2-460C-C62B9B8EF087}"/>
          </ac:spMkLst>
        </pc:spChg>
      </pc:sldChg>
      <pc:sldChg chg="modSp mod">
        <pc:chgData name="Parida, Priyadarshan" userId="e6233861-e335-4431-9103-58729923eb1d" providerId="ADAL" clId="{54BE5071-B3A7-5217-A126-6BBE866F922C}" dt="2025-12-03T18:29:46.207" v="14194" actId="207"/>
        <pc:sldMkLst>
          <pc:docMk/>
          <pc:sldMk cId="521801857" sldId="370"/>
        </pc:sldMkLst>
        <pc:spChg chg="mod">
          <ac:chgData name="Parida, Priyadarshan" userId="e6233861-e335-4431-9103-58729923eb1d" providerId="ADAL" clId="{54BE5071-B3A7-5217-A126-6BBE866F922C}" dt="2025-12-03T18:29:46.207" v="14194" actId="207"/>
          <ac:spMkLst>
            <pc:docMk/>
            <pc:sldMk cId="521801857" sldId="370"/>
            <ac:spMk id="8" creationId="{A2A9BDBC-E0EC-CF66-3B10-CC24D783F09A}"/>
          </ac:spMkLst>
        </pc:spChg>
        <pc:spChg chg="mod">
          <ac:chgData name="Parida, Priyadarshan" userId="e6233861-e335-4431-9103-58729923eb1d" providerId="ADAL" clId="{54BE5071-B3A7-5217-A126-6BBE866F922C}" dt="2025-12-03T18:29:46.207" v="14194" actId="207"/>
          <ac:spMkLst>
            <pc:docMk/>
            <pc:sldMk cId="521801857" sldId="370"/>
            <ac:spMk id="11" creationId="{5F968B8E-6513-2ED7-5E8B-EFEEDF8CFC56}"/>
          </ac:spMkLst>
        </pc:spChg>
        <pc:spChg chg="mod">
          <ac:chgData name="Parida, Priyadarshan" userId="e6233861-e335-4431-9103-58729923eb1d" providerId="ADAL" clId="{54BE5071-B3A7-5217-A126-6BBE866F922C}" dt="2025-12-03T18:19:58.315" v="14184" actId="207"/>
          <ac:spMkLst>
            <pc:docMk/>
            <pc:sldMk cId="521801857" sldId="370"/>
            <ac:spMk id="13" creationId="{87ED52BF-A0FE-BA8F-B6EC-224DE10AC836}"/>
          </ac:spMkLst>
        </pc:spChg>
        <pc:spChg chg="mod">
          <ac:chgData name="Parida, Priyadarshan" userId="e6233861-e335-4431-9103-58729923eb1d" providerId="ADAL" clId="{54BE5071-B3A7-5217-A126-6BBE866F922C}" dt="2025-12-03T18:19:58.315" v="14184" actId="207"/>
          <ac:spMkLst>
            <pc:docMk/>
            <pc:sldMk cId="521801857" sldId="370"/>
            <ac:spMk id="14" creationId="{F76E8CE8-7D04-4E44-475A-074D18165E72}"/>
          </ac:spMkLst>
        </pc:spChg>
        <pc:spChg chg="mod">
          <ac:chgData name="Parida, Priyadarshan" userId="e6233861-e335-4431-9103-58729923eb1d" providerId="ADAL" clId="{54BE5071-B3A7-5217-A126-6BBE866F922C}" dt="2025-12-03T18:20:16.420" v="14186" actId="207"/>
          <ac:spMkLst>
            <pc:docMk/>
            <pc:sldMk cId="521801857" sldId="370"/>
            <ac:spMk id="16" creationId="{D1FC75BE-924B-FA85-78F4-4200C6391AB5}"/>
          </ac:spMkLst>
        </pc:spChg>
        <pc:spChg chg="mod">
          <ac:chgData name="Parida, Priyadarshan" userId="e6233861-e335-4431-9103-58729923eb1d" providerId="ADAL" clId="{54BE5071-B3A7-5217-A126-6BBE866F922C}" dt="2025-12-03T18:20:16.420" v="14186" actId="207"/>
          <ac:spMkLst>
            <pc:docMk/>
            <pc:sldMk cId="521801857" sldId="370"/>
            <ac:spMk id="19" creationId="{14AA3369-2F6F-3479-F3F3-221087DA3CD8}"/>
          </ac:spMkLst>
        </pc:spChg>
        <pc:spChg chg="mod">
          <ac:chgData name="Parida, Priyadarshan" userId="e6233861-e335-4431-9103-58729923eb1d" providerId="ADAL" clId="{54BE5071-B3A7-5217-A126-6BBE866F922C}" dt="2025-12-03T18:29:40.684" v="14193" actId="207"/>
          <ac:spMkLst>
            <pc:docMk/>
            <pc:sldMk cId="521801857" sldId="370"/>
            <ac:spMk id="20" creationId="{50ED359D-5C7D-3433-E71F-59D6550F7024}"/>
          </ac:spMkLst>
        </pc:spChg>
        <pc:spChg chg="mod">
          <ac:chgData name="Parida, Priyadarshan" userId="e6233861-e335-4431-9103-58729923eb1d" providerId="ADAL" clId="{54BE5071-B3A7-5217-A126-6BBE866F922C}" dt="2025-12-03T18:20:21.473" v="14187" actId="207"/>
          <ac:spMkLst>
            <pc:docMk/>
            <pc:sldMk cId="521801857" sldId="370"/>
            <ac:spMk id="21" creationId="{7ACBF9F8-1FDB-D343-42C4-B5A92260677D}"/>
          </ac:spMkLst>
        </pc:spChg>
        <pc:spChg chg="mod">
          <ac:chgData name="Parida, Priyadarshan" userId="e6233861-e335-4431-9103-58729923eb1d" providerId="ADAL" clId="{54BE5071-B3A7-5217-A126-6BBE866F922C}" dt="2025-12-03T18:18:57.127" v="14179" actId="20577"/>
          <ac:spMkLst>
            <pc:docMk/>
            <pc:sldMk cId="521801857" sldId="370"/>
            <ac:spMk id="22" creationId="{8AD478C6-5AC4-8FC3-0851-BC51D12BB23A}"/>
          </ac:spMkLst>
        </pc:spChg>
      </pc:sldChg>
      <pc:sldChg chg="addSp delSp modSp mod modNotesTx">
        <pc:chgData name="Parida, Priyadarshan" userId="e6233861-e335-4431-9103-58729923eb1d" providerId="ADAL" clId="{54BE5071-B3A7-5217-A126-6BBE866F922C}" dt="2025-12-04T01:15:36.841" v="14441" actId="20577"/>
        <pc:sldMkLst>
          <pc:docMk/>
          <pc:sldMk cId="721207152" sldId="371"/>
        </pc:sldMkLst>
        <pc:spChg chg="mod">
          <ac:chgData name="Parida, Priyadarshan" userId="e6233861-e335-4431-9103-58729923eb1d" providerId="ADAL" clId="{54BE5071-B3A7-5217-A126-6BBE866F922C}" dt="2025-12-03T17:59:47.327" v="13897" actId="113"/>
          <ac:spMkLst>
            <pc:docMk/>
            <pc:sldMk cId="721207152" sldId="371"/>
            <ac:spMk id="3" creationId="{0EB9E3BF-3F0F-B577-28CF-0B112198671E}"/>
          </ac:spMkLst>
        </pc:spChg>
        <pc:spChg chg="mod">
          <ac:chgData name="Parida, Priyadarshan" userId="e6233861-e335-4431-9103-58729923eb1d" providerId="ADAL" clId="{54BE5071-B3A7-5217-A126-6BBE866F922C}" dt="2025-12-03T17:59:47.327" v="13897" actId="113"/>
          <ac:spMkLst>
            <pc:docMk/>
            <pc:sldMk cId="721207152" sldId="371"/>
            <ac:spMk id="9" creationId="{87FF60C7-178A-7158-5827-792671AF252C}"/>
          </ac:spMkLst>
        </pc:spChg>
        <pc:spChg chg="mod">
          <ac:chgData name="Parida, Priyadarshan" userId="e6233861-e335-4431-9103-58729923eb1d" providerId="ADAL" clId="{54BE5071-B3A7-5217-A126-6BBE866F922C}" dt="2025-12-04T01:08:15.431" v="14428" actId="20577"/>
          <ac:spMkLst>
            <pc:docMk/>
            <pc:sldMk cId="721207152" sldId="371"/>
            <ac:spMk id="12" creationId="{4A9E2CC1-0BCF-AB9F-33A5-1F842CEEB77D}"/>
          </ac:spMkLst>
        </pc:spChg>
        <pc:spChg chg="mod">
          <ac:chgData name="Parida, Priyadarshan" userId="e6233861-e335-4431-9103-58729923eb1d" providerId="ADAL" clId="{54BE5071-B3A7-5217-A126-6BBE866F922C}" dt="2025-12-03T18:07:20.888" v="13959" actId="3626"/>
          <ac:spMkLst>
            <pc:docMk/>
            <pc:sldMk cId="721207152" sldId="371"/>
            <ac:spMk id="13" creationId="{F569D595-AD96-22C6-9196-C0BB3C0A66BF}"/>
          </ac:spMkLst>
        </pc:spChg>
        <pc:spChg chg="mod">
          <ac:chgData name="Parida, Priyadarshan" userId="e6233861-e335-4431-9103-58729923eb1d" providerId="ADAL" clId="{54BE5071-B3A7-5217-A126-6BBE866F922C}" dt="2025-12-03T17:59:47.327" v="13897" actId="113"/>
          <ac:spMkLst>
            <pc:docMk/>
            <pc:sldMk cId="721207152" sldId="371"/>
            <ac:spMk id="14" creationId="{56C1F5DE-F798-60E1-3822-29B78FD000B5}"/>
          </ac:spMkLst>
        </pc:spChg>
        <pc:spChg chg="topLvl">
          <ac:chgData name="Parida, Priyadarshan" userId="e6233861-e335-4431-9103-58729923eb1d" providerId="ADAL" clId="{54BE5071-B3A7-5217-A126-6BBE866F922C}" dt="2025-12-03T18:07:37.963" v="13961" actId="164"/>
          <ac:spMkLst>
            <pc:docMk/>
            <pc:sldMk cId="721207152" sldId="371"/>
            <ac:spMk id="15" creationId="{267D8B95-0C6D-AE5F-2F65-651C9A7FA8B0}"/>
          </ac:spMkLst>
        </pc:spChg>
        <pc:spChg chg="mod">
          <ac:chgData name="Parida, Priyadarshan" userId="e6233861-e335-4431-9103-58729923eb1d" providerId="ADAL" clId="{54BE5071-B3A7-5217-A126-6BBE866F922C}" dt="2025-12-03T17:59:50.458" v="13898" actId="113"/>
          <ac:spMkLst>
            <pc:docMk/>
            <pc:sldMk cId="721207152" sldId="371"/>
            <ac:spMk id="16" creationId="{C51EB6E0-E860-C491-C76C-E5EEA097B0CB}"/>
          </ac:spMkLst>
        </pc:spChg>
        <pc:spChg chg="topLvl">
          <ac:chgData name="Parida, Priyadarshan" userId="e6233861-e335-4431-9103-58729923eb1d" providerId="ADAL" clId="{54BE5071-B3A7-5217-A126-6BBE866F922C}" dt="2025-12-03T18:07:37.963" v="13961" actId="164"/>
          <ac:spMkLst>
            <pc:docMk/>
            <pc:sldMk cId="721207152" sldId="371"/>
            <ac:spMk id="17" creationId="{9BE5F68F-16D9-0DA1-5992-8003A385B3F0}"/>
          </ac:spMkLst>
        </pc:spChg>
        <pc:spChg chg="mod">
          <ac:chgData name="Parida, Priyadarshan" userId="e6233861-e335-4431-9103-58729923eb1d" providerId="ADAL" clId="{54BE5071-B3A7-5217-A126-6BBE866F922C}" dt="2025-12-03T17:59:47.327" v="13897" actId="113"/>
          <ac:spMkLst>
            <pc:docMk/>
            <pc:sldMk cId="721207152" sldId="371"/>
            <ac:spMk id="20" creationId="{E2179338-D9A4-730B-DE22-A907824D5772}"/>
          </ac:spMkLst>
        </pc:spChg>
        <pc:spChg chg="mod">
          <ac:chgData name="Parida, Priyadarshan" userId="e6233861-e335-4431-9103-58729923eb1d" providerId="ADAL" clId="{54BE5071-B3A7-5217-A126-6BBE866F922C}" dt="2025-12-03T18:03:16.572" v="13956" actId="5793"/>
          <ac:spMkLst>
            <pc:docMk/>
            <pc:sldMk cId="721207152" sldId="371"/>
            <ac:spMk id="24" creationId="{FEC167F0-D9DD-D370-C79B-4549F96FBF9C}"/>
          </ac:spMkLst>
        </pc:spChg>
        <pc:spChg chg="add mod">
          <ac:chgData name="Parida, Priyadarshan" userId="e6233861-e335-4431-9103-58729923eb1d" providerId="ADAL" clId="{54BE5071-B3A7-5217-A126-6BBE866F922C}" dt="2025-12-03T18:09:20.181" v="13969" actId="14100"/>
          <ac:spMkLst>
            <pc:docMk/>
            <pc:sldMk cId="721207152" sldId="371"/>
            <ac:spMk id="28" creationId="{7754E9D2-E2E0-A500-57FD-1FC325DB5F11}"/>
          </ac:spMkLst>
        </pc:spChg>
        <pc:spChg chg="topLvl">
          <ac:chgData name="Parida, Priyadarshan" userId="e6233861-e335-4431-9103-58729923eb1d" providerId="ADAL" clId="{54BE5071-B3A7-5217-A126-6BBE866F922C}" dt="2025-12-03T18:07:37.963" v="13961" actId="164"/>
          <ac:spMkLst>
            <pc:docMk/>
            <pc:sldMk cId="721207152" sldId="371"/>
            <ac:spMk id="30" creationId="{7175A73A-B7B9-C462-4803-817D9D9C7433}"/>
          </ac:spMkLst>
        </pc:spChg>
        <pc:spChg chg="topLvl">
          <ac:chgData name="Parida, Priyadarshan" userId="e6233861-e335-4431-9103-58729923eb1d" providerId="ADAL" clId="{54BE5071-B3A7-5217-A126-6BBE866F922C}" dt="2025-12-03T18:07:37.963" v="13961" actId="164"/>
          <ac:spMkLst>
            <pc:docMk/>
            <pc:sldMk cId="721207152" sldId="371"/>
            <ac:spMk id="31" creationId="{B650477A-E3FB-9951-1A2D-FADC0A68A476}"/>
          </ac:spMkLst>
        </pc:spChg>
        <pc:spChg chg="topLvl">
          <ac:chgData name="Parida, Priyadarshan" userId="e6233861-e335-4431-9103-58729923eb1d" providerId="ADAL" clId="{54BE5071-B3A7-5217-A126-6BBE866F922C}" dt="2025-12-03T18:07:37.963" v="13961" actId="164"/>
          <ac:spMkLst>
            <pc:docMk/>
            <pc:sldMk cId="721207152" sldId="371"/>
            <ac:spMk id="32" creationId="{102915D5-C184-A636-C882-DB00DD960844}"/>
          </ac:spMkLst>
        </pc:spChg>
        <pc:spChg chg="topLvl">
          <ac:chgData name="Parida, Priyadarshan" userId="e6233861-e335-4431-9103-58729923eb1d" providerId="ADAL" clId="{54BE5071-B3A7-5217-A126-6BBE866F922C}" dt="2025-12-03T18:07:37.963" v="13961" actId="164"/>
          <ac:spMkLst>
            <pc:docMk/>
            <pc:sldMk cId="721207152" sldId="371"/>
            <ac:spMk id="37" creationId="{0AF780EE-8329-1C6C-44F5-678C15965917}"/>
          </ac:spMkLst>
        </pc:spChg>
        <pc:spChg chg="topLvl">
          <ac:chgData name="Parida, Priyadarshan" userId="e6233861-e335-4431-9103-58729923eb1d" providerId="ADAL" clId="{54BE5071-B3A7-5217-A126-6BBE866F922C}" dt="2025-12-03T18:07:37.963" v="13961" actId="164"/>
          <ac:spMkLst>
            <pc:docMk/>
            <pc:sldMk cId="721207152" sldId="371"/>
            <ac:spMk id="38" creationId="{C36E49B9-78DD-2D25-5226-0F3B775DB1AA}"/>
          </ac:spMkLst>
        </pc:spChg>
        <pc:spChg chg="topLvl">
          <ac:chgData name="Parida, Priyadarshan" userId="e6233861-e335-4431-9103-58729923eb1d" providerId="ADAL" clId="{54BE5071-B3A7-5217-A126-6BBE866F922C}" dt="2025-12-03T18:07:37.963" v="13961" actId="164"/>
          <ac:spMkLst>
            <pc:docMk/>
            <pc:sldMk cId="721207152" sldId="371"/>
            <ac:spMk id="40" creationId="{5CB2CCD2-01A7-3982-B344-18104F74BCF8}"/>
          </ac:spMkLst>
        </pc:spChg>
        <pc:spChg chg="topLvl">
          <ac:chgData name="Parida, Priyadarshan" userId="e6233861-e335-4431-9103-58729923eb1d" providerId="ADAL" clId="{54BE5071-B3A7-5217-A126-6BBE866F922C}" dt="2025-12-03T18:07:37.963" v="13961" actId="164"/>
          <ac:spMkLst>
            <pc:docMk/>
            <pc:sldMk cId="721207152" sldId="371"/>
            <ac:spMk id="45" creationId="{E003F4B2-618E-9336-393C-98AE926181A6}"/>
          </ac:spMkLst>
        </pc:spChg>
        <pc:spChg chg="topLvl">
          <ac:chgData name="Parida, Priyadarshan" userId="e6233861-e335-4431-9103-58729923eb1d" providerId="ADAL" clId="{54BE5071-B3A7-5217-A126-6BBE866F922C}" dt="2025-12-03T18:07:37.963" v="13961" actId="164"/>
          <ac:spMkLst>
            <pc:docMk/>
            <pc:sldMk cId="721207152" sldId="371"/>
            <ac:spMk id="46" creationId="{D5498693-656D-E97F-4F05-BAC17E982EE8}"/>
          </ac:spMkLst>
        </pc:spChg>
        <pc:grpChg chg="add">
          <ac:chgData name="Parida, Priyadarshan" userId="e6233861-e335-4431-9103-58729923eb1d" providerId="ADAL" clId="{54BE5071-B3A7-5217-A126-6BBE866F922C}" dt="2025-12-03T18:07:32.754" v="13960" actId="164"/>
          <ac:grpSpMkLst>
            <pc:docMk/>
            <pc:sldMk cId="721207152" sldId="371"/>
            <ac:grpSpMk id="26" creationId="{C6D5649C-2E36-1579-8425-C6AC3E472731}"/>
          </ac:grpSpMkLst>
        </pc:grpChg>
      </pc:sldChg>
      <pc:sldMasterChg chg="addSldLayout modSldLayout">
        <pc:chgData name="Parida, Priyadarshan" userId="e6233861-e335-4431-9103-58729923eb1d" providerId="ADAL" clId="{54BE5071-B3A7-5217-A126-6BBE866F922C}" dt="2025-11-28T10:48:59.922" v="11556" actId="478"/>
        <pc:sldMasterMkLst>
          <pc:docMk/>
          <pc:sldMasterMk cId="999436654" sldId="2147483928"/>
        </pc:sldMasterMkLst>
        <pc:sldLayoutChg chg="addSp delSp modSp mod">
          <pc:chgData name="Parida, Priyadarshan" userId="e6233861-e335-4431-9103-58729923eb1d" providerId="ADAL" clId="{54BE5071-B3A7-5217-A126-6BBE866F922C}" dt="2025-11-26T07:29:32.853" v="4208" actId="3064"/>
          <pc:sldLayoutMkLst>
            <pc:docMk/>
            <pc:sldMasterMk cId="999436654" sldId="2147483928"/>
            <pc:sldLayoutMk cId="2813790041" sldId="2147483934"/>
          </pc:sldLayoutMkLst>
          <pc:spChg chg="mod">
            <ac:chgData name="Parida, Priyadarshan" userId="e6233861-e335-4431-9103-58729923eb1d" providerId="ADAL" clId="{54BE5071-B3A7-5217-A126-6BBE866F922C}" dt="2025-11-26T07:29:32.853" v="4208" actId="3064"/>
            <ac:spMkLst>
              <pc:docMk/>
              <pc:sldMasterMk cId="999436654" sldId="2147483928"/>
              <pc:sldLayoutMk cId="2813790041" sldId="2147483934"/>
              <ac:spMk id="2" creationId="{95E44CAA-A973-DDCB-6C56-CD0510256953}"/>
            </ac:spMkLst>
          </pc:spChg>
          <pc:spChg chg="add mod">
            <ac:chgData name="Parida, Priyadarshan" userId="e6233861-e335-4431-9103-58729923eb1d" providerId="ADAL" clId="{54BE5071-B3A7-5217-A126-6BBE866F922C}" dt="2025-11-26T00:43:36.787" v="190" actId="170"/>
            <ac:spMkLst>
              <pc:docMk/>
              <pc:sldMasterMk cId="999436654" sldId="2147483928"/>
              <pc:sldLayoutMk cId="2813790041" sldId="2147483934"/>
              <ac:spMk id="7" creationId="{A98FC864-9077-ABF4-EC4F-CE35C2B6BF78}"/>
            </ac:spMkLst>
          </pc:spChg>
          <pc:spChg chg="add mod">
            <ac:chgData name="Parida, Priyadarshan" userId="e6233861-e335-4431-9103-58729923eb1d" providerId="ADAL" clId="{54BE5071-B3A7-5217-A126-6BBE866F922C}" dt="2025-11-26T00:38:05.342" v="162"/>
            <ac:spMkLst>
              <pc:docMk/>
              <pc:sldMasterMk cId="999436654" sldId="2147483928"/>
              <pc:sldLayoutMk cId="2813790041" sldId="2147483934"/>
              <ac:spMk id="10" creationId="{51417758-1E65-76F1-A4DA-88D224DEB82F}"/>
            </ac:spMkLst>
          </pc:spChg>
          <pc:spChg chg="add mod">
            <ac:chgData name="Parida, Priyadarshan" userId="e6233861-e335-4431-9103-58729923eb1d" providerId="ADAL" clId="{54BE5071-B3A7-5217-A126-6BBE866F922C}" dt="2025-11-26T00:43:25.771" v="188"/>
            <ac:spMkLst>
              <pc:docMk/>
              <pc:sldMasterMk cId="999436654" sldId="2147483928"/>
              <pc:sldLayoutMk cId="2813790041" sldId="2147483934"/>
              <ac:spMk id="11" creationId="{7E826847-05BD-5C9A-869E-9E3B88D07E99}"/>
            </ac:spMkLst>
          </pc:spChg>
          <pc:spChg chg="add mod">
            <ac:chgData name="Parida, Priyadarshan" userId="e6233861-e335-4431-9103-58729923eb1d" providerId="ADAL" clId="{54BE5071-B3A7-5217-A126-6BBE866F922C}" dt="2025-11-26T01:12:56.129" v="219" actId="2085"/>
            <ac:spMkLst>
              <pc:docMk/>
              <pc:sldMasterMk cId="999436654" sldId="2147483928"/>
              <pc:sldLayoutMk cId="2813790041" sldId="2147483934"/>
              <ac:spMk id="12" creationId="{EEB4DABD-143A-820C-8DFC-D014763EDA18}"/>
            </ac:spMkLst>
          </pc:spChg>
        </pc:sldLayoutChg>
        <pc:sldLayoutChg chg="addSp delSp modSp mod">
          <pc:chgData name="Parida, Priyadarshan" userId="e6233861-e335-4431-9103-58729923eb1d" providerId="ADAL" clId="{54BE5071-B3A7-5217-A126-6BBE866F922C}" dt="2025-11-28T10:48:59.922" v="11556" actId="478"/>
          <pc:sldLayoutMkLst>
            <pc:docMk/>
            <pc:sldMasterMk cId="999436654" sldId="2147483928"/>
            <pc:sldLayoutMk cId="3230730590" sldId="2147483935"/>
          </pc:sldLayoutMkLst>
          <pc:spChg chg="add mod">
            <ac:chgData name="Parida, Priyadarshan" userId="e6233861-e335-4431-9103-58729923eb1d" providerId="ADAL" clId="{54BE5071-B3A7-5217-A126-6BBE866F922C}" dt="2025-11-28T09:06:35.273" v="11257"/>
            <ac:spMkLst>
              <pc:docMk/>
              <pc:sldMasterMk cId="999436654" sldId="2147483928"/>
              <pc:sldLayoutMk cId="3230730590" sldId="2147483935"/>
              <ac:spMk id="5" creationId="{9AB405FC-4669-7FB3-E7AD-2CDFC94CA243}"/>
            </ac:spMkLst>
          </pc:spChg>
        </pc:sldLayoutChg>
        <pc:sldLayoutChg chg="addSp delSp modSp add mod modTransition">
          <pc:chgData name="Parida, Priyadarshan" userId="e6233861-e335-4431-9103-58729923eb1d" providerId="ADAL" clId="{54BE5071-B3A7-5217-A126-6BBE866F922C}" dt="2025-11-27T02:26:05.297" v="5127" actId="2085"/>
          <pc:sldLayoutMkLst>
            <pc:docMk/>
            <pc:sldMasterMk cId="999436654" sldId="2147483928"/>
            <pc:sldLayoutMk cId="3844179430" sldId="2147483943"/>
          </pc:sldLayoutMkLst>
          <pc:spChg chg="mod">
            <ac:chgData name="Parida, Priyadarshan" userId="e6233861-e335-4431-9103-58729923eb1d" providerId="ADAL" clId="{54BE5071-B3A7-5217-A126-6BBE866F922C}" dt="2025-11-26T07:30:11.744" v="4210" actId="3064"/>
            <ac:spMkLst>
              <pc:docMk/>
              <pc:sldMasterMk cId="999436654" sldId="2147483928"/>
              <pc:sldLayoutMk cId="3844179430" sldId="2147483943"/>
              <ac:spMk id="2" creationId="{95E44CAA-A973-DDCB-6C56-CD0510256953}"/>
            </ac:spMkLst>
          </pc:spChg>
          <pc:spChg chg="add mod">
            <ac:chgData name="Parida, Priyadarshan" userId="e6233861-e335-4431-9103-58729923eb1d" providerId="ADAL" clId="{54BE5071-B3A7-5217-A126-6BBE866F922C}" dt="2025-11-27T02:26:05.297" v="5127" actId="2085"/>
            <ac:spMkLst>
              <pc:docMk/>
              <pc:sldMasterMk cId="999436654" sldId="2147483928"/>
              <pc:sldLayoutMk cId="3844179430" sldId="2147483943"/>
              <ac:spMk id="8" creationId="{66D1DB73-EEE5-0294-418D-33976BAE1609}"/>
            </ac:spMkLst>
          </pc:spChg>
        </pc:sldLayoutChg>
        <pc:sldLayoutChg chg="modSp add mod modTransition setBg">
          <pc:chgData name="Parida, Priyadarshan" userId="e6233861-e335-4431-9103-58729923eb1d" providerId="ADAL" clId="{54BE5071-B3A7-5217-A126-6BBE866F922C}" dt="2025-11-28T04:14:36.800" v="8695" actId="1076"/>
          <pc:sldLayoutMkLst>
            <pc:docMk/>
            <pc:sldMasterMk cId="999436654" sldId="2147483928"/>
            <pc:sldLayoutMk cId="3877776608" sldId="2147483944"/>
          </pc:sldLayoutMkLst>
          <pc:spChg chg="mod">
            <ac:chgData name="Parida, Priyadarshan" userId="e6233861-e335-4431-9103-58729923eb1d" providerId="ADAL" clId="{54BE5071-B3A7-5217-A126-6BBE866F922C}" dt="2025-11-28T04:14:36.800" v="8695" actId="1076"/>
            <ac:spMkLst>
              <pc:docMk/>
              <pc:sldMasterMk cId="999436654" sldId="2147483928"/>
              <pc:sldLayoutMk cId="3877776608" sldId="2147483944"/>
              <ac:spMk id="9" creationId="{16C96959-9250-3206-8022-472CF7AF2CD7}"/>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211AA7-198B-914D-B469-69D65ED5C910}" type="datetimeFigureOut">
              <a:rPr lang="en-US" smtClean="0"/>
              <a:t>12/3/25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1FE706-CCD4-7147-B4E4-5639C5A37285}" type="slidenum">
              <a:rPr lang="en-US" smtClean="0"/>
              <a:t>‹#›</a:t>
            </a:fld>
            <a:endParaRPr lang="en-US"/>
          </a:p>
        </p:txBody>
      </p:sp>
    </p:spTree>
    <p:extLst>
      <p:ext uri="{BB962C8B-B14F-4D97-AF65-F5344CB8AC3E}">
        <p14:creationId xmlns:p14="http://schemas.microsoft.com/office/powerpoint/2010/main" val="3619520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24012-4A5F-D12D-EF61-411AB5614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33BD2-5335-3F8C-4384-F5C9072457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05C77D-FDA4-0335-A00F-394D0A035EA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5BCD68-E9B2-2550-D4F9-BBAD338CF8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B2C17C-B844-8D44-B90C-E1EAE0D782C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62324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to feature engineering, as explained in one of our previous slides, we applied log-transformation to social mentions. Also, extracted a dummy indicating streaming platform presence from Spotify metadata fields. We one-hot encoded the </a:t>
            </a:r>
            <a:r>
              <a:rPr lang="en-US" dirty="0" err="1"/>
              <a:t>genere</a:t>
            </a:r>
            <a:r>
              <a:rPr lang="en-US" dirty="0"/>
              <a:t> categories after consolidation. The respective raw data were then omitted from subsequent steps.</a:t>
            </a:r>
          </a:p>
          <a:p>
            <a:endParaRPr lang="en-US" dirty="0"/>
          </a:p>
          <a:p>
            <a:r>
              <a:rPr lang="en-US" dirty="0"/>
              <a:t>Under the initial feature selection steps:</a:t>
            </a:r>
          </a:p>
          <a:p>
            <a:r>
              <a:rPr lang="en-US" dirty="0"/>
              <a:t>We dropped high cardinality columns like artists, song, display fields as they inflated the </a:t>
            </a:r>
            <a:r>
              <a:rPr lang="en-US" dirty="0" err="1"/>
              <a:t>dimensionlity</a:t>
            </a:r>
            <a:r>
              <a:rPr lang="en-US" dirty="0"/>
              <a:t> with addition of little to no predictive power.</a:t>
            </a:r>
          </a:p>
          <a:p>
            <a:endParaRPr lang="en-US" dirty="0"/>
          </a:p>
          <a:p>
            <a:r>
              <a:rPr lang="en-US" dirty="0"/>
              <a:t>The FIRST_WEEK date field was omitted due to significant data quality issues.</a:t>
            </a:r>
          </a:p>
          <a:p>
            <a:r>
              <a:rPr lang="en-US" dirty="0"/>
              <a:t>Removed target leakage variables like PEAK_POSITION and WEEKS_ON_CHART which was determined based on </a:t>
            </a:r>
            <a:r>
              <a:rPr lang="en-US" dirty="0" err="1"/>
              <a:t>correaltion</a:t>
            </a:r>
            <a:r>
              <a:rPr lang="en-US" dirty="0"/>
              <a:t> analysis and GINI impurity based feature importance.</a:t>
            </a:r>
          </a:p>
        </p:txBody>
      </p:sp>
      <p:sp>
        <p:nvSpPr>
          <p:cNvPr id="4" name="Slide Number Placeholder 3"/>
          <p:cNvSpPr>
            <a:spLocks noGrp="1"/>
          </p:cNvSpPr>
          <p:nvPr>
            <p:ph type="sldNum" sz="quarter" idx="5"/>
          </p:nvPr>
        </p:nvSpPr>
        <p:spPr/>
        <p:txBody>
          <a:bodyPr/>
          <a:lstStyle/>
          <a:p>
            <a:fld id="{F01FE706-CCD4-7147-B4E4-5639C5A37285}" type="slidenum">
              <a:rPr lang="en-US" smtClean="0"/>
              <a:t>8</a:t>
            </a:fld>
            <a:endParaRPr lang="en-US"/>
          </a:p>
        </p:txBody>
      </p:sp>
    </p:spTree>
    <p:extLst>
      <p:ext uri="{BB962C8B-B14F-4D97-AF65-F5344CB8AC3E}">
        <p14:creationId xmlns:p14="http://schemas.microsoft.com/office/powerpoint/2010/main" val="2842684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1E2E8-A421-962C-8929-237288158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74249-27F7-4C0D-C510-FDDF6A1CC5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64C6D-0E7A-BCE8-1F89-F974F76BE157}"/>
              </a:ext>
            </a:extLst>
          </p:cNvPr>
          <p:cNvSpPr>
            <a:spLocks noGrp="1"/>
          </p:cNvSpPr>
          <p:nvPr>
            <p:ph type="body" idx="1"/>
          </p:nvPr>
        </p:nvSpPr>
        <p:spPr/>
        <p:txBody>
          <a:bodyPr/>
          <a:lstStyle/>
          <a:p>
            <a:r>
              <a:rPr lang="en-US" dirty="0"/>
              <a:t>We built a decision tree designed to balance interpretability and performance.</a:t>
            </a:r>
          </a:p>
          <a:p>
            <a:r>
              <a:rPr lang="en-US" dirty="0"/>
              <a:t>Used decision tree feature importance to retain the strongest predictors.</a:t>
            </a:r>
          </a:p>
          <a:p>
            <a:r>
              <a:rPr lang="en-US" dirty="0"/>
              <a:t>Key tuning choices included setting max depth to 6, minimum bucket size to 10, min split to 20 and an optimum complexity parameter. Class weights were adjusted to increase sensitivity to the minority class.</a:t>
            </a:r>
          </a:p>
          <a:p>
            <a:endParaRPr lang="en-US" dirty="0"/>
          </a:p>
          <a:p>
            <a:r>
              <a:rPr lang="en-US" dirty="0"/>
              <a:t>The final tree had 19 leaves, and it achieved:</a:t>
            </a:r>
          </a:p>
          <a:p>
            <a:r>
              <a:rPr lang="en-US" dirty="0"/>
              <a:t>82.73% Accuracy with under 10% Type I Error rate. Given our objective, achieving a low Type I error rate was critical. We ensured </a:t>
            </a:r>
            <a:r>
              <a:rPr lang="en-US" dirty="0" err="1"/>
              <a:t>thre</a:t>
            </a:r>
            <a:r>
              <a:rPr lang="en-US" dirty="0"/>
              <a:t> is no overfitting, as confirmed through comparable training and testing accuracy.</a:t>
            </a:r>
          </a:p>
          <a:p>
            <a:endParaRPr lang="en-US" dirty="0"/>
          </a:p>
          <a:p>
            <a:r>
              <a:rPr lang="en-US" dirty="0"/>
              <a:t>Next – And here's a pictorial representation of our decision tree – it is neither overly complex nor too simple. This is a </a:t>
            </a:r>
            <a:r>
              <a:rPr lang="en-US" dirty="0" err="1"/>
              <a:t>delibereate</a:t>
            </a:r>
            <a:r>
              <a:rPr lang="en-US" dirty="0"/>
              <a:t> choice to strike the overfitting-underfitting balance.</a:t>
            </a:r>
          </a:p>
        </p:txBody>
      </p:sp>
      <p:sp>
        <p:nvSpPr>
          <p:cNvPr id="4" name="Slide Number Placeholder 3">
            <a:extLst>
              <a:ext uri="{FF2B5EF4-FFF2-40B4-BE49-F238E27FC236}">
                <a16:creationId xmlns:a16="http://schemas.microsoft.com/office/drawing/2014/main" id="{1F72CC57-3640-4FB8-AACC-F85FA3E0A18E}"/>
              </a:ext>
            </a:extLst>
          </p:cNvPr>
          <p:cNvSpPr>
            <a:spLocks noGrp="1"/>
          </p:cNvSpPr>
          <p:nvPr>
            <p:ph type="sldNum" sz="quarter" idx="5"/>
          </p:nvPr>
        </p:nvSpPr>
        <p:spPr/>
        <p:txBody>
          <a:bodyPr/>
          <a:lstStyle/>
          <a:p>
            <a:fld id="{6CB2C17C-B844-8D44-B90C-E1EAE0D782C0}" type="slidenum">
              <a:rPr lang="en-US" smtClean="0"/>
              <a:t>9</a:t>
            </a:fld>
            <a:endParaRPr lang="en-US"/>
          </a:p>
        </p:txBody>
      </p:sp>
    </p:spTree>
    <p:extLst>
      <p:ext uri="{BB962C8B-B14F-4D97-AF65-F5344CB8AC3E}">
        <p14:creationId xmlns:p14="http://schemas.microsoft.com/office/powerpoint/2010/main" val="4054288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have presented the GINI based feature importance and their economic interpretations:</a:t>
            </a:r>
          </a:p>
          <a:p>
            <a:endParaRPr lang="en-US" dirty="0"/>
          </a:p>
          <a:p>
            <a:r>
              <a:rPr lang="en-US" dirty="0"/>
              <a:t>Debut Rank resulted in the first and strongest split and is critical to a song's success.</a:t>
            </a:r>
          </a:p>
          <a:p>
            <a:endParaRPr lang="en-US" dirty="0"/>
          </a:p>
          <a:p>
            <a:r>
              <a:rPr lang="en-US" dirty="0"/>
              <a:t>Spotify Popularity which is indicative of user engagement on streaming platform was a consistent second-level split, reinforcing the influence of streaming traction. Presence on Spotify Playlist was next, indicating that streaming platform exposure is a strong predictor.</a:t>
            </a:r>
          </a:p>
          <a:p>
            <a:endParaRPr lang="en-US" dirty="0"/>
          </a:p>
          <a:p>
            <a:r>
              <a:rPr lang="en-US" dirty="0"/>
              <a:t>Audio loudness and genres such as Hip-Hop and Country featured amongst the important predictors. We explore the directionality of their influence in upcoming slides.</a:t>
            </a:r>
          </a:p>
        </p:txBody>
      </p:sp>
      <p:sp>
        <p:nvSpPr>
          <p:cNvPr id="4" name="Slide Number Placeholder 3"/>
          <p:cNvSpPr>
            <a:spLocks noGrp="1"/>
          </p:cNvSpPr>
          <p:nvPr>
            <p:ph type="sldNum" sz="quarter" idx="5"/>
          </p:nvPr>
        </p:nvSpPr>
        <p:spPr/>
        <p:txBody>
          <a:bodyPr/>
          <a:lstStyle/>
          <a:p>
            <a:fld id="{F01FE706-CCD4-7147-B4E4-5639C5A37285}" type="slidenum">
              <a:rPr lang="en-US" smtClean="0"/>
              <a:t>10</a:t>
            </a:fld>
            <a:endParaRPr lang="en-US"/>
          </a:p>
        </p:txBody>
      </p:sp>
    </p:spTree>
    <p:extLst>
      <p:ext uri="{BB962C8B-B14F-4D97-AF65-F5344CB8AC3E}">
        <p14:creationId xmlns:p14="http://schemas.microsoft.com/office/powerpoint/2010/main" val="4084329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017F-357F-C946-B508-916CB76D85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785C2-1B20-319F-1CD4-DE108D6579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04F796-F290-76F1-2C4E-24AC3FCAADE8}"/>
              </a:ext>
            </a:extLst>
          </p:cNvPr>
          <p:cNvSpPr>
            <a:spLocks noGrp="1"/>
          </p:cNvSpPr>
          <p:nvPr>
            <p:ph type="body" idx="1"/>
          </p:nvPr>
        </p:nvSpPr>
        <p:spPr/>
        <p:txBody>
          <a:bodyPr/>
          <a:lstStyle/>
          <a:p>
            <a:r>
              <a:rPr lang="en-US" dirty="0"/>
              <a:t>For logistic regression, we standardized all numeric predictors as the model is sensitive to the scale of the input features. The variables known to leak target were removed as discussed earlier.</a:t>
            </a:r>
          </a:p>
          <a:p>
            <a:endParaRPr lang="en-US" dirty="0"/>
          </a:p>
          <a:p>
            <a:r>
              <a:rPr lang="en-US" dirty="0"/>
              <a:t>We evaluated a grid of thresholds which is the probability cut-off for assigning a positive class. And determined that 0.35 provided the best balance between recall and false positives.</a:t>
            </a:r>
          </a:p>
          <a:p>
            <a:endParaRPr lang="en-US" dirty="0"/>
          </a:p>
          <a:p>
            <a:r>
              <a:rPr lang="en-US" dirty="0"/>
              <a:t>Model results showed 83.29% Accuracy, and the Type I Error remained well below the KPI level of 10%. We achieved consistent training and testing accuracy which indicates that the model generalizes well to unseen data.</a:t>
            </a:r>
          </a:p>
        </p:txBody>
      </p:sp>
      <p:sp>
        <p:nvSpPr>
          <p:cNvPr id="4" name="Slide Number Placeholder 3">
            <a:extLst>
              <a:ext uri="{FF2B5EF4-FFF2-40B4-BE49-F238E27FC236}">
                <a16:creationId xmlns:a16="http://schemas.microsoft.com/office/drawing/2014/main" id="{20A43B22-1FD9-8F5C-F12F-8D560E8366A0}"/>
              </a:ext>
            </a:extLst>
          </p:cNvPr>
          <p:cNvSpPr>
            <a:spLocks noGrp="1"/>
          </p:cNvSpPr>
          <p:nvPr>
            <p:ph type="sldNum" sz="quarter" idx="5"/>
          </p:nvPr>
        </p:nvSpPr>
        <p:spPr/>
        <p:txBody>
          <a:bodyPr/>
          <a:lstStyle/>
          <a:p>
            <a:fld id="{6CB2C17C-B844-8D44-B90C-E1EAE0D782C0}" type="slidenum">
              <a:rPr lang="en-US" smtClean="0"/>
              <a:t>11</a:t>
            </a:fld>
            <a:endParaRPr lang="en-US"/>
          </a:p>
        </p:txBody>
      </p:sp>
    </p:spTree>
    <p:extLst>
      <p:ext uri="{BB962C8B-B14F-4D97-AF65-F5344CB8AC3E}">
        <p14:creationId xmlns:p14="http://schemas.microsoft.com/office/powerpoint/2010/main" val="4144320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present the model summary and its </a:t>
            </a:r>
            <a:r>
              <a:rPr lang="en-US" dirty="0" err="1"/>
              <a:t>interpretaion</a:t>
            </a:r>
            <a:r>
              <a:rPr lang="en-US" dirty="0"/>
              <a:t>. While the results are consistent with what we saw in Decision Tree, we have information about directionality now.</a:t>
            </a:r>
          </a:p>
          <a:p>
            <a:endParaRPr lang="en-US" dirty="0"/>
          </a:p>
          <a:p>
            <a:r>
              <a:rPr lang="en-US" dirty="0"/>
              <a:t>Next – Here are the estimated </a:t>
            </a:r>
            <a:r>
              <a:rPr lang="en-US" dirty="0" err="1"/>
              <a:t>coeffcients</a:t>
            </a:r>
            <a:r>
              <a:rPr lang="en-US" dirty="0"/>
              <a:t> on the predictors and their statistical significance. Back to the original slide, we simplified this to look at the top features in the order of statistical and economic significance.</a:t>
            </a:r>
          </a:p>
          <a:p>
            <a:r>
              <a:rPr lang="en-US" dirty="0"/>
              <a:t> </a:t>
            </a:r>
          </a:p>
          <a:p>
            <a:r>
              <a:rPr lang="en-US" dirty="0"/>
              <a:t>Debut Rank has the strongest negative coefficient, meaning better rank improves the odds of a hit. Like we stated before, this can be a strong indicator for </a:t>
            </a:r>
            <a:r>
              <a:rPr lang="en-US" dirty="0" err="1"/>
              <a:t>focussing</a:t>
            </a:r>
            <a:r>
              <a:rPr lang="en-US" dirty="0"/>
              <a:t> marketing effort post-production.</a:t>
            </a:r>
          </a:p>
          <a:p>
            <a:r>
              <a:rPr lang="en-US" dirty="0"/>
              <a:t> </a:t>
            </a:r>
          </a:p>
          <a:p>
            <a:r>
              <a:rPr lang="en-US" dirty="0"/>
              <a:t>Spotify metadata like Popularity and Playlist Presence have strong, positive, and highly significant effects which means songs with early streaming traction have substantially higher odds of becoming hits. Increased investment on </a:t>
            </a:r>
            <a:r>
              <a:rPr lang="en-US" dirty="0" err="1"/>
              <a:t>Streming</a:t>
            </a:r>
            <a:r>
              <a:rPr lang="en-US" dirty="0"/>
              <a:t> Platform partnerships offer excellent ROI.</a:t>
            </a:r>
          </a:p>
          <a:p>
            <a:r>
              <a:rPr lang="en-US" dirty="0"/>
              <a:t> </a:t>
            </a:r>
          </a:p>
          <a:p>
            <a:r>
              <a:rPr lang="en-US" dirty="0"/>
              <a:t>Genre effects show Hip-Hop and Country decrease hit probability indicating polarity in choice, consistent with what we also saw in the Decision Tree results but the direction becomes clearer now. Pop and EDM align with mainstream success.</a:t>
            </a:r>
          </a:p>
          <a:p>
            <a:endParaRPr lang="en-US" dirty="0"/>
          </a:p>
          <a:p>
            <a:r>
              <a:rPr lang="en-US" dirty="0"/>
              <a:t> </a:t>
            </a:r>
          </a:p>
          <a:p>
            <a:r>
              <a:rPr lang="en-US" dirty="0"/>
              <a:t>The model revealed several pre-production indicators of hit potential. Higher Valence and </a:t>
            </a:r>
            <a:r>
              <a:rPr lang="en-US" dirty="0" err="1"/>
              <a:t>Acousticness</a:t>
            </a:r>
            <a:r>
              <a:rPr lang="en-US" dirty="0"/>
              <a:t> are associated with a greater likelihood of success, while excessive Loudness lowers it. This suggests that listeners tend to prefer tracks with a warmer, more organic sound and a balanced loudness profile.</a:t>
            </a:r>
          </a:p>
        </p:txBody>
      </p:sp>
      <p:sp>
        <p:nvSpPr>
          <p:cNvPr id="4" name="Slide Number Placeholder 3"/>
          <p:cNvSpPr>
            <a:spLocks noGrp="1"/>
          </p:cNvSpPr>
          <p:nvPr>
            <p:ph type="sldNum" sz="quarter" idx="5"/>
          </p:nvPr>
        </p:nvSpPr>
        <p:spPr/>
        <p:txBody>
          <a:bodyPr/>
          <a:lstStyle/>
          <a:p>
            <a:fld id="{F01FE706-CCD4-7147-B4E4-5639C5A37285}" type="slidenum">
              <a:rPr lang="en-US" smtClean="0"/>
              <a:t>12</a:t>
            </a:fld>
            <a:endParaRPr lang="en-US"/>
          </a:p>
        </p:txBody>
      </p:sp>
    </p:spTree>
    <p:extLst>
      <p:ext uri="{BB962C8B-B14F-4D97-AF65-F5344CB8AC3E}">
        <p14:creationId xmlns:p14="http://schemas.microsoft.com/office/powerpoint/2010/main" val="45250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here are a few key reflections from the analysis.</a:t>
            </a:r>
          </a:p>
          <a:p>
            <a:endParaRPr lang="en-US" dirty="0"/>
          </a:p>
          <a:p>
            <a:r>
              <a:rPr lang="en-US" dirty="0"/>
              <a:t>We will start by examining some of the interesting findings that might seem less intuitive.</a:t>
            </a:r>
          </a:p>
          <a:p>
            <a:endParaRPr lang="en-US" dirty="0"/>
          </a:p>
          <a:p>
            <a:r>
              <a:rPr lang="en-US" dirty="0"/>
              <a:t>The model’s finding that loudness reduces hit probability doesn’t mean loud songs can’t become hits—they certainly can. It explains a general listener preference for tracks with moderate, balanced amplitude.</a:t>
            </a:r>
          </a:p>
          <a:p>
            <a:endParaRPr lang="en-US" dirty="0"/>
          </a:p>
          <a:p>
            <a:r>
              <a:rPr lang="en-US" dirty="0"/>
              <a:t>Similarly lower hit potential for Hip/Hop might seem to </a:t>
            </a:r>
            <a:r>
              <a:rPr lang="en-US" dirty="0" err="1"/>
              <a:t>contradct</a:t>
            </a:r>
            <a:r>
              <a:rPr lang="en-US" dirty="0"/>
              <a:t> the higher production trend in this genre. But it just means that the recent production momentum has not quite translated into a mainstream trend yet.</a:t>
            </a:r>
          </a:p>
          <a:p>
            <a:r>
              <a:rPr lang="en-US" dirty="0"/>
              <a:t> </a:t>
            </a:r>
          </a:p>
          <a:p>
            <a:r>
              <a:rPr lang="en-US" dirty="0"/>
              <a:t>Third, we address the lower significance of social buzz. This suggests that social buzz tends to follow a song’s success rather being the major driver for it.</a:t>
            </a:r>
          </a:p>
          <a:p>
            <a:r>
              <a:rPr lang="en-US" dirty="0"/>
              <a:t> </a:t>
            </a:r>
          </a:p>
          <a:p>
            <a:r>
              <a:rPr lang="en-US" dirty="0"/>
              <a:t>Next, we summarize the business actions implied by the findings we discussed.</a:t>
            </a:r>
          </a:p>
          <a:p>
            <a:r>
              <a:rPr lang="en-US" dirty="0"/>
              <a:t>In pre-production, the results suggest prioritizing positive-emotion tracks and more balanced, organic mixes.</a:t>
            </a:r>
          </a:p>
          <a:p>
            <a:r>
              <a:rPr lang="en-US" dirty="0"/>
              <a:t>In post-production, marketing should be timed and scaled according to early debut trends, partnerships with streaming platforms for exposure can widen the reach.</a:t>
            </a:r>
          </a:p>
          <a:p>
            <a:endParaRPr lang="en-US" dirty="0"/>
          </a:p>
          <a:p>
            <a:r>
              <a:rPr lang="en-US" dirty="0"/>
              <a:t>Lastly, we acknowledge the model’s limitations stemming from class imbalance and outline future directions, including exploring advanced ensemble methods and expanding the dataset to capture a broader range of variation.</a:t>
            </a:r>
          </a:p>
          <a:p>
            <a:r>
              <a:rPr lang="en-US" dirty="0"/>
              <a:t> </a:t>
            </a:r>
          </a:p>
          <a:p>
            <a:r>
              <a:rPr lang="en-US" dirty="0"/>
              <a:t>With that we conclude the presentation. Thank you.</a:t>
            </a:r>
          </a:p>
        </p:txBody>
      </p:sp>
      <p:sp>
        <p:nvSpPr>
          <p:cNvPr id="4" name="Slide Number Placeholder 3"/>
          <p:cNvSpPr>
            <a:spLocks noGrp="1"/>
          </p:cNvSpPr>
          <p:nvPr>
            <p:ph type="sldNum" sz="quarter" idx="5"/>
          </p:nvPr>
        </p:nvSpPr>
        <p:spPr/>
        <p:txBody>
          <a:bodyPr/>
          <a:lstStyle/>
          <a:p>
            <a:fld id="{F01FE706-CCD4-7147-B4E4-5639C5A37285}" type="slidenum">
              <a:rPr lang="en-US" smtClean="0"/>
              <a:t>13</a:t>
            </a:fld>
            <a:endParaRPr lang="en-US"/>
          </a:p>
        </p:txBody>
      </p:sp>
    </p:spTree>
    <p:extLst>
      <p:ext uri="{BB962C8B-B14F-4D97-AF65-F5344CB8AC3E}">
        <p14:creationId xmlns:p14="http://schemas.microsoft.com/office/powerpoint/2010/main" val="36441450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25A1B76-C7A7-EDA1-4E45-7BAA16D05C72}"/>
              </a:ext>
            </a:extLst>
          </p:cNvPr>
          <p:cNvPicPr>
            <a:picLocks noChangeAspect="1"/>
          </p:cNvPicPr>
          <p:nvPr userDrawn="1"/>
        </p:nvPicPr>
        <p:blipFill>
          <a:blip r:embed="rId2"/>
          <a:srcRect/>
          <a:stretch>
            <a:fillRect/>
          </a:stretch>
        </p:blipFill>
        <p:spPr>
          <a:xfrm>
            <a:off x="0" y="-1"/>
            <a:ext cx="12192000" cy="6858001"/>
          </a:xfrm>
          <a:custGeom>
            <a:avLst/>
            <a:gdLst>
              <a:gd name="connsiteX0" fmla="*/ 0 w 12192000"/>
              <a:gd name="connsiteY0" fmla="*/ 0 h 6858001"/>
              <a:gd name="connsiteX1" fmla="*/ 5194573 w 12192000"/>
              <a:gd name="connsiteY1" fmla="*/ 0 h 6858001"/>
              <a:gd name="connsiteX2" fmla="*/ 5194573 w 12192000"/>
              <a:gd name="connsiteY2" fmla="*/ 1 h 6858001"/>
              <a:gd name="connsiteX3" fmla="*/ 12192000 w 12192000"/>
              <a:gd name="connsiteY3" fmla="*/ 1 h 6858001"/>
              <a:gd name="connsiteX4" fmla="*/ 12192000 w 12192000"/>
              <a:gd name="connsiteY4" fmla="*/ 6858001 h 6858001"/>
              <a:gd name="connsiteX5" fmla="*/ 0 w 12192000"/>
              <a:gd name="connsiteY5"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1">
                <a:moveTo>
                  <a:pt x="0" y="0"/>
                </a:moveTo>
                <a:lnTo>
                  <a:pt x="5194573" y="0"/>
                </a:lnTo>
                <a:lnTo>
                  <a:pt x="5194573" y="1"/>
                </a:lnTo>
                <a:lnTo>
                  <a:pt x="12192000" y="1"/>
                </a:lnTo>
                <a:lnTo>
                  <a:pt x="12192000" y="6858001"/>
                </a:lnTo>
                <a:lnTo>
                  <a:pt x="0" y="6858001"/>
                </a:lnTo>
                <a:close/>
              </a:path>
            </a:pathLst>
          </a:custGeom>
        </p:spPr>
      </p:pic>
      <p:sp>
        <p:nvSpPr>
          <p:cNvPr id="4" name="Date Placeholder 3">
            <a:extLst>
              <a:ext uri="{FF2B5EF4-FFF2-40B4-BE49-F238E27FC236}">
                <a16:creationId xmlns:a16="http://schemas.microsoft.com/office/drawing/2014/main" id="{634399D5-3B82-9E51-3360-783D33CBDA2D}"/>
              </a:ext>
            </a:extLst>
          </p:cNvPr>
          <p:cNvSpPr>
            <a:spLocks noGrp="1"/>
          </p:cNvSpPr>
          <p:nvPr>
            <p:ph type="dt" sz="half" idx="10"/>
          </p:nvPr>
        </p:nvSpPr>
        <p:spPr/>
        <p:txBody>
          <a:bodyPr/>
          <a:lstStyle/>
          <a:p>
            <a:fld id="{5923F103-BC34-4FE4-A40E-EDDEECFDA5D0}" type="datetimeFigureOut">
              <a:rPr lang="en-US" smtClean="0"/>
              <a:pPr/>
              <a:t>12/3/25</a:t>
            </a:fld>
            <a:endParaRPr lang="en-US"/>
          </a:p>
        </p:txBody>
      </p:sp>
      <p:sp>
        <p:nvSpPr>
          <p:cNvPr id="5" name="Footer Placeholder 4">
            <a:extLst>
              <a:ext uri="{FF2B5EF4-FFF2-40B4-BE49-F238E27FC236}">
                <a16:creationId xmlns:a16="http://schemas.microsoft.com/office/drawing/2014/main" id="{F1ACE248-7F87-265D-AC7D-63AE63AF310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CDC8BB4-0BBD-4A3C-C732-1D4123EEBF9F}"/>
              </a:ext>
            </a:extLst>
          </p:cNvPr>
          <p:cNvSpPr>
            <a:spLocks noGrp="1"/>
          </p:cNvSpPr>
          <p:nvPr>
            <p:ph type="sldNum" sz="quarter" idx="12"/>
          </p:nvPr>
        </p:nvSpPr>
        <p:spPr/>
        <p:txBody>
          <a:bodyPr/>
          <a:lstStyle/>
          <a:p>
            <a:fld id="{D57F1E4F-1CFF-5643-939E-217C01CDF565}" type="slidenum">
              <a:rPr lang="en-US" smtClean="0"/>
              <a:pPr/>
              <a:t>‹#›</a:t>
            </a:fld>
            <a:endParaRPr lang="en-US"/>
          </a:p>
        </p:txBody>
      </p:sp>
      <p:sp>
        <p:nvSpPr>
          <p:cNvPr id="20" name="Title 1">
            <a:extLst>
              <a:ext uri="{FF2B5EF4-FFF2-40B4-BE49-F238E27FC236}">
                <a16:creationId xmlns:a16="http://schemas.microsoft.com/office/drawing/2014/main" id="{E0C06B61-76B4-B5D7-5D01-E2C13C865D67}"/>
              </a:ext>
            </a:extLst>
          </p:cNvPr>
          <p:cNvSpPr>
            <a:spLocks noGrp="1"/>
          </p:cNvSpPr>
          <p:nvPr>
            <p:ph type="title"/>
          </p:nvPr>
        </p:nvSpPr>
        <p:spPr>
          <a:xfrm>
            <a:off x="937057" y="2062438"/>
            <a:ext cx="5657579" cy="1371600"/>
          </a:xfrm>
        </p:spPr>
        <p:txBody>
          <a:bodyPr anchor="b">
            <a:normAutofit/>
          </a:bodyPr>
          <a:lstStyle>
            <a:lvl1pPr>
              <a:defRPr sz="4000">
                <a:solidFill>
                  <a:schemeClr val="bg1"/>
                </a:solidFill>
              </a:defRPr>
            </a:lvl1pPr>
          </a:lstStyle>
          <a:p>
            <a:r>
              <a:rPr lang="en-US"/>
              <a:t>Click to edit Master title style</a:t>
            </a:r>
          </a:p>
        </p:txBody>
      </p:sp>
      <p:sp>
        <p:nvSpPr>
          <p:cNvPr id="21" name="Text Placeholder 2">
            <a:extLst>
              <a:ext uri="{FF2B5EF4-FFF2-40B4-BE49-F238E27FC236}">
                <a16:creationId xmlns:a16="http://schemas.microsoft.com/office/drawing/2014/main" id="{273BB7C4-5900-30C5-ED4B-680B147BC10A}"/>
              </a:ext>
            </a:extLst>
          </p:cNvPr>
          <p:cNvSpPr>
            <a:spLocks noGrp="1"/>
          </p:cNvSpPr>
          <p:nvPr>
            <p:ph type="body" idx="1" hasCustomPrompt="1"/>
          </p:nvPr>
        </p:nvSpPr>
        <p:spPr>
          <a:xfrm>
            <a:off x="937057" y="3744637"/>
            <a:ext cx="5657579" cy="457200"/>
          </a:xfrm>
        </p:spPr>
        <p:txBody>
          <a:bodyPr anchor="ctr">
            <a:normAutofit/>
          </a:bodyPr>
          <a:lstStyle>
            <a:lvl1pPr marL="0" indent="0" algn="l" defTabSz="914400" rtl="0" eaLnBrk="1" latinLnBrk="0" hangingPunct="1">
              <a:lnSpc>
                <a:spcPts val="1688"/>
              </a:lnSpc>
              <a:buNone/>
              <a:defRPr lang="en-US" sz="1800" b="1" kern="1200" dirty="0">
                <a:solidFill>
                  <a:srgbClr val="A8FFFF"/>
                </a:solidFill>
                <a:latin typeface="Aptos" panose="020B0004020202020204" pitchFamily="34" charset="0"/>
                <a:ea typeface="+mn-ea"/>
                <a:cs typeface="+mn-cs"/>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2771068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25A1B76-C7A7-EDA1-4E45-7BAA16D05C72}"/>
              </a:ext>
            </a:extLst>
          </p:cNvPr>
          <p:cNvPicPr>
            <a:picLocks noChangeAspect="1"/>
          </p:cNvPicPr>
          <p:nvPr userDrawn="1"/>
        </p:nvPicPr>
        <p:blipFill>
          <a:blip r:embed="rId2"/>
          <a:srcRect l="50000"/>
          <a:stretch/>
        </p:blipFill>
        <p:spPr>
          <a:xfrm>
            <a:off x="0" y="0"/>
            <a:ext cx="6096000" cy="6858001"/>
          </a:xfrm>
          <a:custGeom>
            <a:avLst/>
            <a:gdLst>
              <a:gd name="connsiteX0" fmla="*/ 0 w 12192000"/>
              <a:gd name="connsiteY0" fmla="*/ 0 h 6858001"/>
              <a:gd name="connsiteX1" fmla="*/ 5194573 w 12192000"/>
              <a:gd name="connsiteY1" fmla="*/ 0 h 6858001"/>
              <a:gd name="connsiteX2" fmla="*/ 5194573 w 12192000"/>
              <a:gd name="connsiteY2" fmla="*/ 1 h 6858001"/>
              <a:gd name="connsiteX3" fmla="*/ 12192000 w 12192000"/>
              <a:gd name="connsiteY3" fmla="*/ 1 h 6858001"/>
              <a:gd name="connsiteX4" fmla="*/ 12192000 w 12192000"/>
              <a:gd name="connsiteY4" fmla="*/ 6858001 h 6858001"/>
              <a:gd name="connsiteX5" fmla="*/ 0 w 12192000"/>
              <a:gd name="connsiteY5"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1">
                <a:moveTo>
                  <a:pt x="0" y="0"/>
                </a:moveTo>
                <a:lnTo>
                  <a:pt x="5194573" y="0"/>
                </a:lnTo>
                <a:lnTo>
                  <a:pt x="5194573" y="1"/>
                </a:lnTo>
                <a:lnTo>
                  <a:pt x="12192000" y="1"/>
                </a:lnTo>
                <a:lnTo>
                  <a:pt x="12192000" y="6858001"/>
                </a:lnTo>
                <a:lnTo>
                  <a:pt x="0" y="6858001"/>
                </a:lnTo>
                <a:close/>
              </a:path>
            </a:pathLst>
          </a:custGeom>
        </p:spPr>
      </p:pic>
      <p:sp>
        <p:nvSpPr>
          <p:cNvPr id="2" name="Title 1">
            <a:extLst>
              <a:ext uri="{FF2B5EF4-FFF2-40B4-BE49-F238E27FC236}">
                <a16:creationId xmlns:a16="http://schemas.microsoft.com/office/drawing/2014/main" id="{506E1E81-5F59-2443-AD52-B9AA2ED6BC20}"/>
              </a:ext>
            </a:extLst>
          </p:cNvPr>
          <p:cNvSpPr>
            <a:spLocks noGrp="1"/>
          </p:cNvSpPr>
          <p:nvPr>
            <p:ph type="title"/>
          </p:nvPr>
        </p:nvSpPr>
        <p:spPr>
          <a:xfrm>
            <a:off x="6306726" y="2743200"/>
            <a:ext cx="5657579" cy="1371600"/>
          </a:xfrm>
        </p:spPr>
        <p:txBody>
          <a:bodyPr anchor="b">
            <a:normAutofit/>
          </a:bodyPr>
          <a:lstStyle>
            <a:lvl1pPr>
              <a:defRPr sz="4000">
                <a:solidFill>
                  <a:srgbClr val="3B3059"/>
                </a:solidFill>
              </a:defRPr>
            </a:lvl1pPr>
          </a:lstStyle>
          <a:p>
            <a:r>
              <a:rPr lang="en-US"/>
              <a:t>Click to edit Master title style</a:t>
            </a:r>
          </a:p>
        </p:txBody>
      </p:sp>
    </p:spTree>
    <p:extLst>
      <p:ext uri="{BB962C8B-B14F-4D97-AF65-F5344CB8AC3E}">
        <p14:creationId xmlns:p14="http://schemas.microsoft.com/office/powerpoint/2010/main" val="4271178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07F44-C9FB-5FB4-4967-FC86F1445A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18B158-50D1-5111-C5EC-3856E59CD8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681F4B-EEF9-8D18-FBAF-842F234A9916}"/>
              </a:ext>
            </a:extLst>
          </p:cNvPr>
          <p:cNvSpPr>
            <a:spLocks noGrp="1"/>
          </p:cNvSpPr>
          <p:nvPr>
            <p:ph type="dt" sz="half" idx="10"/>
          </p:nvPr>
        </p:nvSpPr>
        <p:spPr/>
        <p:txBody>
          <a:bodyPr/>
          <a:lstStyle/>
          <a:p>
            <a:fld id="{19C9CA7B-DFD4-44B5-8C60-D14B8CD1FB59}" type="datetimeFigureOut">
              <a:rPr lang="en-US" smtClean="0"/>
              <a:t>12/3/25</a:t>
            </a:fld>
            <a:endParaRPr lang="en-US"/>
          </a:p>
        </p:txBody>
      </p:sp>
      <p:sp>
        <p:nvSpPr>
          <p:cNvPr id="5" name="Footer Placeholder 4">
            <a:extLst>
              <a:ext uri="{FF2B5EF4-FFF2-40B4-BE49-F238E27FC236}">
                <a16:creationId xmlns:a16="http://schemas.microsoft.com/office/drawing/2014/main" id="{1AD7E67B-7EE4-23CD-BCF7-A733DB859E7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65200CA-D7C5-6C37-FDD4-89041717E57E}"/>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662133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EE19E-6F7D-CA97-3C95-F1C9C11F3C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94E01C-030D-E9BA-9CCF-0180F63151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6D00BE-C0E9-9DE1-CAA1-9E8E631C2960}"/>
              </a:ext>
            </a:extLst>
          </p:cNvPr>
          <p:cNvSpPr>
            <a:spLocks noGrp="1"/>
          </p:cNvSpPr>
          <p:nvPr>
            <p:ph type="dt" sz="half" idx="10"/>
          </p:nvPr>
        </p:nvSpPr>
        <p:spPr/>
        <p:txBody>
          <a:bodyPr/>
          <a:lstStyle/>
          <a:p>
            <a:fld id="{F34E6425-0181-43F2-84FC-787E803FD2F8}" type="datetimeFigureOut">
              <a:rPr lang="en-US" smtClean="0"/>
              <a:t>12/3/25</a:t>
            </a:fld>
            <a:endParaRPr lang="en-US"/>
          </a:p>
        </p:txBody>
      </p:sp>
      <p:sp>
        <p:nvSpPr>
          <p:cNvPr id="5" name="Footer Placeholder 4">
            <a:extLst>
              <a:ext uri="{FF2B5EF4-FFF2-40B4-BE49-F238E27FC236}">
                <a16:creationId xmlns:a16="http://schemas.microsoft.com/office/drawing/2014/main" id="{84E8DBA5-85C0-3A76-9095-6AB5AFAD5AC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59E1476-2653-BF69-237D-454AEE81EED3}"/>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15119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20ECC-BD5D-EAEC-D25D-ECA5ABD6F9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B13B4A-0287-27D6-20AC-12A7A49937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39B830-D2E8-0700-F596-29D52094F1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5B07A4-EC81-E8D0-EEB6-6B5A60E4229E}"/>
              </a:ext>
            </a:extLst>
          </p:cNvPr>
          <p:cNvSpPr>
            <a:spLocks noGrp="1"/>
          </p:cNvSpPr>
          <p:nvPr>
            <p:ph type="dt" sz="half" idx="10"/>
          </p:nvPr>
        </p:nvSpPr>
        <p:spPr/>
        <p:txBody>
          <a:bodyPr/>
          <a:lstStyle/>
          <a:p>
            <a:fld id="{3BDB8791-F1B0-41E7-B7FD-A781E65C4266}" type="datetimeFigureOut">
              <a:rPr lang="en-US" smtClean="0"/>
              <a:t>12/3/25</a:t>
            </a:fld>
            <a:endParaRPr lang="en-US"/>
          </a:p>
        </p:txBody>
      </p:sp>
      <p:sp>
        <p:nvSpPr>
          <p:cNvPr id="6" name="Footer Placeholder 5">
            <a:extLst>
              <a:ext uri="{FF2B5EF4-FFF2-40B4-BE49-F238E27FC236}">
                <a16:creationId xmlns:a16="http://schemas.microsoft.com/office/drawing/2014/main" id="{171FDC97-4D25-4E0D-2CF6-FEBEFE04EE55}"/>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C1ECF97C-D154-AC23-114F-7DFD55B7BCA7}"/>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41733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A023D-4BE0-8E61-B4ED-1E92EE1770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4BEC16-3359-4848-2FB7-D560209B4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E3BB33-1CC7-0C75-EBB0-C6455A782D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5EFB61-2EB4-53B7-E1E9-5B19EB6D50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8DEC04-D7A5-3AFA-978A-CF1D079040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C896DC-9181-3A39-17C3-D078049C6FB5}"/>
              </a:ext>
            </a:extLst>
          </p:cNvPr>
          <p:cNvSpPr>
            <a:spLocks noGrp="1"/>
          </p:cNvSpPr>
          <p:nvPr>
            <p:ph type="dt" sz="half" idx="10"/>
          </p:nvPr>
        </p:nvSpPr>
        <p:spPr/>
        <p:txBody>
          <a:bodyPr/>
          <a:lstStyle/>
          <a:p>
            <a:fld id="{5FDD63B2-E120-4ED8-B27B-C685F510A5FE}" type="datetimeFigureOut">
              <a:rPr lang="en-US" smtClean="0"/>
              <a:t>12/3/25</a:t>
            </a:fld>
            <a:endParaRPr lang="en-US"/>
          </a:p>
        </p:txBody>
      </p:sp>
      <p:sp>
        <p:nvSpPr>
          <p:cNvPr id="8" name="Footer Placeholder 7">
            <a:extLst>
              <a:ext uri="{FF2B5EF4-FFF2-40B4-BE49-F238E27FC236}">
                <a16:creationId xmlns:a16="http://schemas.microsoft.com/office/drawing/2014/main" id="{E20846C7-4125-5C7D-45DC-09A1F5D44EA5}"/>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D3C0D40B-7024-2B9A-B605-84C140D839AD}"/>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81863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44CAA-A973-DDCB-6C56-CD0510256953}"/>
              </a:ext>
            </a:extLst>
          </p:cNvPr>
          <p:cNvSpPr>
            <a:spLocks noGrp="1"/>
          </p:cNvSpPr>
          <p:nvPr>
            <p:ph type="title"/>
          </p:nvPr>
        </p:nvSpPr>
        <p:spPr>
          <a:xfrm>
            <a:off x="838200" y="549114"/>
            <a:ext cx="10515600" cy="482633"/>
          </a:xfrm>
        </p:spPr>
        <p:txBody>
          <a:bodyPr>
            <a:spAutoFit/>
          </a:bodyPr>
          <a:lstStyle>
            <a:lvl1pPr>
              <a:defRPr sz="2800">
                <a:solidFill>
                  <a:srgbClr val="3B3059"/>
                </a:solidFill>
              </a:defRPr>
            </a:lvl1pPr>
          </a:lstStyle>
          <a:p>
            <a:r>
              <a:rPr lang="en-US"/>
              <a:t>Click to edit Master title style</a:t>
            </a:r>
          </a:p>
        </p:txBody>
      </p:sp>
      <p:sp>
        <p:nvSpPr>
          <p:cNvPr id="3" name="Date Placeholder 2">
            <a:extLst>
              <a:ext uri="{FF2B5EF4-FFF2-40B4-BE49-F238E27FC236}">
                <a16:creationId xmlns:a16="http://schemas.microsoft.com/office/drawing/2014/main" id="{C5E2F3D4-856F-637F-9635-C3F31C1FC750}"/>
              </a:ext>
            </a:extLst>
          </p:cNvPr>
          <p:cNvSpPr>
            <a:spLocks noGrp="1"/>
          </p:cNvSpPr>
          <p:nvPr>
            <p:ph type="dt" sz="half" idx="10"/>
          </p:nvPr>
        </p:nvSpPr>
        <p:spPr/>
        <p:txBody>
          <a:bodyPr/>
          <a:lstStyle/>
          <a:p>
            <a:fld id="{7AA18ACC-A947-437B-A130-35BD54FDF1E9}" type="datetimeFigureOut">
              <a:rPr lang="en-US" smtClean="0"/>
              <a:t>12/3/25</a:t>
            </a:fld>
            <a:endParaRPr lang="en-US"/>
          </a:p>
        </p:txBody>
      </p:sp>
      <p:sp>
        <p:nvSpPr>
          <p:cNvPr id="4" name="Footer Placeholder 3">
            <a:extLst>
              <a:ext uri="{FF2B5EF4-FFF2-40B4-BE49-F238E27FC236}">
                <a16:creationId xmlns:a16="http://schemas.microsoft.com/office/drawing/2014/main" id="{4B89E9F3-144E-5868-0EF5-391C047F4020}"/>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FFBEE1F1-681C-8F4A-0700-A6BC419BF659}"/>
              </a:ext>
            </a:extLst>
          </p:cNvPr>
          <p:cNvSpPr>
            <a:spLocks noGrp="1"/>
          </p:cNvSpPr>
          <p:nvPr>
            <p:ph type="sldNum" sz="quarter" idx="12"/>
          </p:nvPr>
        </p:nvSpPr>
        <p:spPr/>
        <p:txBody>
          <a:bodyPr/>
          <a:lstStyle/>
          <a:p>
            <a:fld id="{D57F1E4F-1CFF-5643-939E-217C01CDF565}" type="slidenum">
              <a:rPr lang="en-US" smtClean="0"/>
              <a:pPr/>
              <a:t>‹#›</a:t>
            </a:fld>
            <a:endParaRPr lang="en-US"/>
          </a:p>
        </p:txBody>
      </p:sp>
      <p:sp>
        <p:nvSpPr>
          <p:cNvPr id="10" name="Freeform 9">
            <a:extLst>
              <a:ext uri="{FF2B5EF4-FFF2-40B4-BE49-F238E27FC236}">
                <a16:creationId xmlns:a16="http://schemas.microsoft.com/office/drawing/2014/main" id="{51417758-1E65-76F1-A4DA-88D224DEB82F}"/>
              </a:ext>
            </a:extLst>
          </p:cNvPr>
          <p:cNvSpPr/>
          <p:nvPr userDrawn="1"/>
        </p:nvSpPr>
        <p:spPr>
          <a:xfrm>
            <a:off x="10263153" y="5257801"/>
            <a:ext cx="1928847" cy="1600199"/>
          </a:xfrm>
          <a:custGeom>
            <a:avLst/>
            <a:gdLst>
              <a:gd name="connsiteX0" fmla="*/ 1813006 w 1928847"/>
              <a:gd name="connsiteY0" fmla="*/ 0 h 1600199"/>
              <a:gd name="connsiteX1" fmla="*/ 1928847 w 1928847"/>
              <a:gd name="connsiteY1" fmla="*/ 5850 h 1600199"/>
              <a:gd name="connsiteX2" fmla="*/ 1928847 w 1928847"/>
              <a:gd name="connsiteY2" fmla="*/ 1600199 h 1600199"/>
              <a:gd name="connsiteX3" fmla="*/ 0 w 1928847"/>
              <a:gd name="connsiteY3" fmla="*/ 1600199 h 1600199"/>
              <a:gd name="connsiteX4" fmla="*/ 21361 w 1928847"/>
              <a:gd name="connsiteY4" fmla="*/ 1460233 h 1600199"/>
              <a:gd name="connsiteX5" fmla="*/ 1813006 w 1928847"/>
              <a:gd name="connsiteY5" fmla="*/ 0 h 160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8847" h="1600199">
                <a:moveTo>
                  <a:pt x="1813006" y="0"/>
                </a:moveTo>
                <a:lnTo>
                  <a:pt x="1928847" y="5850"/>
                </a:lnTo>
                <a:lnTo>
                  <a:pt x="1928847" y="1600199"/>
                </a:lnTo>
                <a:lnTo>
                  <a:pt x="0" y="1600199"/>
                </a:lnTo>
                <a:lnTo>
                  <a:pt x="21361" y="1460233"/>
                </a:lnTo>
                <a:cubicBezTo>
                  <a:pt x="191890" y="626880"/>
                  <a:pt x="929240" y="0"/>
                  <a:pt x="1813006" y="0"/>
                </a:cubicBezTo>
                <a:close/>
              </a:path>
            </a:pathLst>
          </a:custGeom>
          <a:blipFill>
            <a:blip r:embed="rId2">
              <a:duotone>
                <a:prstClr val="black"/>
                <a:schemeClr val="accent6">
                  <a:tint val="45000"/>
                  <a:satMod val="400000"/>
                </a:schemeClr>
              </a:duotone>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2">
            <a:extLst>
              <a:ext uri="{FF2B5EF4-FFF2-40B4-BE49-F238E27FC236}">
                <a16:creationId xmlns:a16="http://schemas.microsoft.com/office/drawing/2014/main" id="{7E826847-05BD-5C9A-869E-9E3B88D07E99}"/>
              </a:ext>
            </a:extLst>
          </p:cNvPr>
          <p:cNvSpPr>
            <a:spLocks noChangeAspect="1"/>
          </p:cNvSpPr>
          <p:nvPr userDrawn="1"/>
        </p:nvSpPr>
        <p:spPr>
          <a:xfrm>
            <a:off x="0" y="0"/>
            <a:ext cx="637307" cy="6858000"/>
          </a:xfrm>
          <a:custGeom>
            <a:avLst/>
            <a:gdLst/>
            <a:ahLst/>
            <a:cxnLst/>
            <a:rect l="l" t="t" r="r" b="b"/>
            <a:pathLst>
              <a:path w="16333573" h="9187635">
                <a:moveTo>
                  <a:pt x="0" y="0"/>
                </a:moveTo>
                <a:lnTo>
                  <a:pt x="16333572" y="0"/>
                </a:lnTo>
                <a:lnTo>
                  <a:pt x="16333572" y="9187634"/>
                </a:lnTo>
                <a:lnTo>
                  <a:pt x="0" y="9187634"/>
                </a:lnTo>
                <a:lnTo>
                  <a:pt x="0" y="0"/>
                </a:lnTo>
                <a:close/>
              </a:path>
            </a:pathLst>
          </a:custGeom>
          <a:blipFill>
            <a:blip r:embed="rId3"/>
            <a:stretch>
              <a:fillRect l="-1813048"/>
            </a:stretch>
          </a:blipFill>
        </p:spPr>
        <p:txBody>
          <a:bodyPr/>
          <a:lstStyle/>
          <a:p>
            <a:endParaRPr lang="en-US" sz="1200"/>
          </a:p>
        </p:txBody>
      </p:sp>
      <p:sp>
        <p:nvSpPr>
          <p:cNvPr id="7" name="Freeform 6">
            <a:extLst>
              <a:ext uri="{FF2B5EF4-FFF2-40B4-BE49-F238E27FC236}">
                <a16:creationId xmlns:a16="http://schemas.microsoft.com/office/drawing/2014/main" id="{A98FC864-9077-ABF4-EC4F-CE35C2B6BF78}"/>
              </a:ext>
            </a:extLst>
          </p:cNvPr>
          <p:cNvSpPr/>
          <p:nvPr userDrawn="1"/>
        </p:nvSpPr>
        <p:spPr>
          <a:xfrm>
            <a:off x="0" y="0"/>
            <a:ext cx="1796868" cy="1554017"/>
          </a:xfrm>
          <a:custGeom>
            <a:avLst/>
            <a:gdLst>
              <a:gd name="connsiteX0" fmla="*/ 0 w 1796868"/>
              <a:gd name="connsiteY0" fmla="*/ 0 h 1554017"/>
              <a:gd name="connsiteX1" fmla="*/ 1796868 w 1796868"/>
              <a:gd name="connsiteY1" fmla="*/ 0 h 1554017"/>
              <a:gd name="connsiteX2" fmla="*/ 1782484 w 1796868"/>
              <a:gd name="connsiteY2" fmla="*/ 94247 h 1554017"/>
              <a:gd name="connsiteX3" fmla="*/ 177823 w 1796868"/>
              <a:gd name="connsiteY3" fmla="*/ 1545038 h 1554017"/>
              <a:gd name="connsiteX4" fmla="*/ 0 w 1796868"/>
              <a:gd name="connsiteY4" fmla="*/ 1554017 h 1554017"/>
              <a:gd name="connsiteX5" fmla="*/ 0 w 1796868"/>
              <a:gd name="connsiteY5" fmla="*/ 0 h 155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6868" h="1554017">
                <a:moveTo>
                  <a:pt x="0" y="0"/>
                </a:moveTo>
                <a:lnTo>
                  <a:pt x="1796868" y="0"/>
                </a:lnTo>
                <a:lnTo>
                  <a:pt x="1782484" y="94247"/>
                </a:lnTo>
                <a:cubicBezTo>
                  <a:pt x="1624136" y="868075"/>
                  <a:pt x="977049" y="1463872"/>
                  <a:pt x="177823" y="1545038"/>
                </a:cubicBezTo>
                <a:lnTo>
                  <a:pt x="0" y="1554017"/>
                </a:lnTo>
                <a:lnTo>
                  <a:pt x="0" y="0"/>
                </a:lnTo>
                <a:close/>
              </a:path>
            </a:pathLst>
          </a:custGeom>
          <a:blipFill>
            <a:blip r:embed="rId4">
              <a:duotone>
                <a:prstClr val="black"/>
                <a:schemeClr val="accent6">
                  <a:tint val="45000"/>
                  <a:satMod val="400000"/>
                </a:schemeClr>
              </a:duotone>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11">
            <a:extLst>
              <a:ext uri="{FF2B5EF4-FFF2-40B4-BE49-F238E27FC236}">
                <a16:creationId xmlns:a16="http://schemas.microsoft.com/office/drawing/2014/main" id="{EEB4DABD-143A-820C-8DFC-D014763EDA18}"/>
              </a:ext>
            </a:extLst>
          </p:cNvPr>
          <p:cNvSpPr/>
          <p:nvPr userDrawn="1"/>
        </p:nvSpPr>
        <p:spPr>
          <a:xfrm>
            <a:off x="0" y="0"/>
            <a:ext cx="637307" cy="6858000"/>
          </a:xfrm>
          <a:prstGeom prst="rect">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3790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44CAA-A973-DDCB-6C56-CD0510256953}"/>
              </a:ext>
            </a:extLst>
          </p:cNvPr>
          <p:cNvSpPr>
            <a:spLocks noGrp="1"/>
          </p:cNvSpPr>
          <p:nvPr>
            <p:ph type="title"/>
          </p:nvPr>
        </p:nvSpPr>
        <p:spPr>
          <a:xfrm>
            <a:off x="838200" y="549114"/>
            <a:ext cx="10515600" cy="482633"/>
          </a:xfrm>
        </p:spPr>
        <p:txBody>
          <a:bodyPr>
            <a:spAutoFit/>
          </a:bodyPr>
          <a:lstStyle>
            <a:lvl1pPr>
              <a:defRPr sz="2800">
                <a:solidFill>
                  <a:srgbClr val="3B3059"/>
                </a:solidFill>
              </a:defRPr>
            </a:lvl1pPr>
          </a:lstStyle>
          <a:p>
            <a:r>
              <a:rPr lang="en-US"/>
              <a:t>Click to edit Master title style</a:t>
            </a:r>
          </a:p>
        </p:txBody>
      </p:sp>
      <p:sp>
        <p:nvSpPr>
          <p:cNvPr id="3" name="Date Placeholder 2">
            <a:extLst>
              <a:ext uri="{FF2B5EF4-FFF2-40B4-BE49-F238E27FC236}">
                <a16:creationId xmlns:a16="http://schemas.microsoft.com/office/drawing/2014/main" id="{C5E2F3D4-856F-637F-9635-C3F31C1FC750}"/>
              </a:ext>
            </a:extLst>
          </p:cNvPr>
          <p:cNvSpPr>
            <a:spLocks noGrp="1"/>
          </p:cNvSpPr>
          <p:nvPr>
            <p:ph type="dt" sz="half" idx="10"/>
          </p:nvPr>
        </p:nvSpPr>
        <p:spPr/>
        <p:txBody>
          <a:bodyPr/>
          <a:lstStyle/>
          <a:p>
            <a:fld id="{7AA18ACC-A947-437B-A130-35BD54FDF1E9}" type="datetimeFigureOut">
              <a:rPr lang="en-US" smtClean="0"/>
              <a:t>12/3/25</a:t>
            </a:fld>
            <a:endParaRPr lang="en-US"/>
          </a:p>
        </p:txBody>
      </p:sp>
      <p:sp>
        <p:nvSpPr>
          <p:cNvPr id="4" name="Footer Placeholder 3">
            <a:extLst>
              <a:ext uri="{FF2B5EF4-FFF2-40B4-BE49-F238E27FC236}">
                <a16:creationId xmlns:a16="http://schemas.microsoft.com/office/drawing/2014/main" id="{4B89E9F3-144E-5868-0EF5-391C047F4020}"/>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FFBEE1F1-681C-8F4A-0700-A6BC419BF659}"/>
              </a:ext>
            </a:extLst>
          </p:cNvPr>
          <p:cNvSpPr>
            <a:spLocks noGrp="1"/>
          </p:cNvSpPr>
          <p:nvPr>
            <p:ph type="sldNum" sz="quarter" idx="12"/>
          </p:nvPr>
        </p:nvSpPr>
        <p:spPr/>
        <p:txBody>
          <a:bodyPr/>
          <a:lstStyle/>
          <a:p>
            <a:fld id="{D57F1E4F-1CFF-5643-939E-217C01CDF565}" type="slidenum">
              <a:rPr lang="en-US" smtClean="0"/>
              <a:pPr/>
              <a:t>‹#›</a:t>
            </a:fld>
            <a:endParaRPr lang="en-US"/>
          </a:p>
        </p:txBody>
      </p:sp>
      <p:sp>
        <p:nvSpPr>
          <p:cNvPr id="6" name="Freeform 2">
            <a:extLst>
              <a:ext uri="{FF2B5EF4-FFF2-40B4-BE49-F238E27FC236}">
                <a16:creationId xmlns:a16="http://schemas.microsoft.com/office/drawing/2014/main" id="{C1270BBB-A064-B3FE-7902-CF398000918F}"/>
              </a:ext>
            </a:extLst>
          </p:cNvPr>
          <p:cNvSpPr>
            <a:spLocks noChangeAspect="1"/>
          </p:cNvSpPr>
          <p:nvPr userDrawn="1"/>
        </p:nvSpPr>
        <p:spPr>
          <a:xfrm>
            <a:off x="0" y="0"/>
            <a:ext cx="637307" cy="6858000"/>
          </a:xfrm>
          <a:custGeom>
            <a:avLst/>
            <a:gdLst/>
            <a:ahLst/>
            <a:cxnLst/>
            <a:rect l="l" t="t" r="r" b="b"/>
            <a:pathLst>
              <a:path w="16333573" h="9187635">
                <a:moveTo>
                  <a:pt x="0" y="0"/>
                </a:moveTo>
                <a:lnTo>
                  <a:pt x="16333572" y="0"/>
                </a:lnTo>
                <a:lnTo>
                  <a:pt x="16333572" y="9187634"/>
                </a:lnTo>
                <a:lnTo>
                  <a:pt x="0" y="9187634"/>
                </a:lnTo>
                <a:lnTo>
                  <a:pt x="0" y="0"/>
                </a:lnTo>
                <a:close/>
              </a:path>
            </a:pathLst>
          </a:custGeom>
          <a:blipFill>
            <a:blip r:embed="rId2"/>
            <a:stretch>
              <a:fillRect l="-1813048"/>
            </a:stretch>
          </a:blipFill>
        </p:spPr>
        <p:txBody>
          <a:bodyPr/>
          <a:lstStyle/>
          <a:p>
            <a:endParaRPr lang="en-US" sz="1200"/>
          </a:p>
        </p:txBody>
      </p:sp>
      <p:sp>
        <p:nvSpPr>
          <p:cNvPr id="8" name="Rectangle 7">
            <a:extLst>
              <a:ext uri="{FF2B5EF4-FFF2-40B4-BE49-F238E27FC236}">
                <a16:creationId xmlns:a16="http://schemas.microsoft.com/office/drawing/2014/main" id="{66D1DB73-EEE5-0294-418D-33976BAE1609}"/>
              </a:ext>
            </a:extLst>
          </p:cNvPr>
          <p:cNvSpPr/>
          <p:nvPr userDrawn="1"/>
        </p:nvSpPr>
        <p:spPr>
          <a:xfrm>
            <a:off x="0" y="0"/>
            <a:ext cx="637307" cy="6858000"/>
          </a:xfrm>
          <a:prstGeom prst="rect">
            <a:avLst/>
          </a:prstGeom>
          <a:solidFill>
            <a:schemeClr val="tx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4179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F0B4745-AC51-B750-4CD4-142DC10FE496}"/>
              </a:ext>
            </a:extLst>
          </p:cNvPr>
          <p:cNvPicPr>
            <a:picLocks noChangeAspect="1"/>
          </p:cNvPicPr>
          <p:nvPr userDrawn="1"/>
        </p:nvPicPr>
        <p:blipFill>
          <a:blip r:embed="rId2"/>
          <a:srcRect l="56855" r="37903"/>
          <a:stretch/>
        </p:blipFill>
        <p:spPr>
          <a:xfrm>
            <a:off x="0" y="-1"/>
            <a:ext cx="639098" cy="6858001"/>
          </a:xfrm>
          <a:custGeom>
            <a:avLst/>
            <a:gdLst>
              <a:gd name="connsiteX0" fmla="*/ 0 w 12192000"/>
              <a:gd name="connsiteY0" fmla="*/ 0 h 6858001"/>
              <a:gd name="connsiteX1" fmla="*/ 5194573 w 12192000"/>
              <a:gd name="connsiteY1" fmla="*/ 0 h 6858001"/>
              <a:gd name="connsiteX2" fmla="*/ 5194573 w 12192000"/>
              <a:gd name="connsiteY2" fmla="*/ 1 h 6858001"/>
              <a:gd name="connsiteX3" fmla="*/ 12192000 w 12192000"/>
              <a:gd name="connsiteY3" fmla="*/ 1 h 6858001"/>
              <a:gd name="connsiteX4" fmla="*/ 12192000 w 12192000"/>
              <a:gd name="connsiteY4" fmla="*/ 6858001 h 6858001"/>
              <a:gd name="connsiteX5" fmla="*/ 0 w 12192000"/>
              <a:gd name="connsiteY5"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1">
                <a:moveTo>
                  <a:pt x="0" y="0"/>
                </a:moveTo>
                <a:lnTo>
                  <a:pt x="5194573" y="0"/>
                </a:lnTo>
                <a:lnTo>
                  <a:pt x="5194573" y="1"/>
                </a:lnTo>
                <a:lnTo>
                  <a:pt x="12192000" y="1"/>
                </a:lnTo>
                <a:lnTo>
                  <a:pt x="12192000" y="6858001"/>
                </a:lnTo>
                <a:lnTo>
                  <a:pt x="0" y="6858001"/>
                </a:lnTo>
                <a:close/>
              </a:path>
            </a:pathLst>
          </a:custGeom>
        </p:spPr>
      </p:pic>
      <p:sp>
        <p:nvSpPr>
          <p:cNvPr id="14" name="Freeform 13">
            <a:extLst>
              <a:ext uri="{FF2B5EF4-FFF2-40B4-BE49-F238E27FC236}">
                <a16:creationId xmlns:a16="http://schemas.microsoft.com/office/drawing/2014/main" id="{9428194B-B707-441A-56BE-4B0DE9EB5C80}"/>
              </a:ext>
            </a:extLst>
          </p:cNvPr>
          <p:cNvSpPr>
            <a:spLocks noChangeAspect="1"/>
          </p:cNvSpPr>
          <p:nvPr userDrawn="1"/>
        </p:nvSpPr>
        <p:spPr>
          <a:xfrm rot="9052246">
            <a:off x="-804143" y="-334053"/>
            <a:ext cx="3433810" cy="2411739"/>
          </a:xfrm>
          <a:custGeom>
            <a:avLst/>
            <a:gdLst>
              <a:gd name="connsiteX0" fmla="*/ 2089841 w 3433810"/>
              <a:gd name="connsiteY0" fmla="*/ 2411739 h 2411739"/>
              <a:gd name="connsiteX1" fmla="*/ 0 w 3433810"/>
              <a:gd name="connsiteY1" fmla="*/ 1247151 h 2411739"/>
              <a:gd name="connsiteX2" fmla="*/ 0 w 3433810"/>
              <a:gd name="connsiteY2" fmla="*/ 0 h 2411739"/>
              <a:gd name="connsiteX3" fmla="*/ 3433810 w 3433810"/>
              <a:gd name="connsiteY3" fmla="*/ 0 h 2411739"/>
            </a:gdLst>
            <a:ahLst/>
            <a:cxnLst>
              <a:cxn ang="0">
                <a:pos x="connsiteX0" y="connsiteY0"/>
              </a:cxn>
              <a:cxn ang="0">
                <a:pos x="connsiteX1" y="connsiteY1"/>
              </a:cxn>
              <a:cxn ang="0">
                <a:pos x="connsiteX2" y="connsiteY2"/>
              </a:cxn>
              <a:cxn ang="0">
                <a:pos x="connsiteX3" y="connsiteY3"/>
              </a:cxn>
            </a:cxnLst>
            <a:rect l="l" t="t" r="r" b="b"/>
            <a:pathLst>
              <a:path w="3433810" h="2411739">
                <a:moveTo>
                  <a:pt x="2089841" y="2411739"/>
                </a:moveTo>
                <a:lnTo>
                  <a:pt x="0" y="1247151"/>
                </a:lnTo>
                <a:lnTo>
                  <a:pt x="0" y="0"/>
                </a:lnTo>
                <a:lnTo>
                  <a:pt x="3433810" y="0"/>
                </a:lnTo>
                <a:close/>
              </a:path>
            </a:pathLst>
          </a:custGeom>
          <a:blipFill>
            <a:blip r:embed="rId3">
              <a:extLst>
                <a:ext uri="{96DAC541-7B7A-43D3-8B79-37D633B846F1}">
                  <asvg:svgBlip xmlns:asvg="http://schemas.microsoft.com/office/drawing/2016/SVG/main" r:embed="rId4"/>
                </a:ext>
              </a:extLst>
            </a:blip>
            <a:stretch>
              <a:fillRect/>
            </a:stretch>
          </a:blipFill>
        </p:spPr>
        <p:txBody>
          <a:bodyPr wrap="square">
            <a:noAutofit/>
          </a:bodyPr>
          <a:lstStyle/>
          <a:p>
            <a:endParaRPr lang="en-US" sz="1200"/>
          </a:p>
        </p:txBody>
      </p:sp>
      <p:sp>
        <p:nvSpPr>
          <p:cNvPr id="2" name="Title 1">
            <a:extLst>
              <a:ext uri="{FF2B5EF4-FFF2-40B4-BE49-F238E27FC236}">
                <a16:creationId xmlns:a16="http://schemas.microsoft.com/office/drawing/2014/main" id="{95E44CAA-A973-DDCB-6C56-CD0510256953}"/>
              </a:ext>
            </a:extLst>
          </p:cNvPr>
          <p:cNvSpPr>
            <a:spLocks noGrp="1"/>
          </p:cNvSpPr>
          <p:nvPr>
            <p:ph type="title"/>
          </p:nvPr>
        </p:nvSpPr>
        <p:spPr/>
        <p:txBody>
          <a:bodyPr/>
          <a:lstStyle>
            <a:lvl1pPr>
              <a:defRPr>
                <a:solidFill>
                  <a:srgbClr val="3B3059"/>
                </a:solidFill>
              </a:defRPr>
            </a:lvl1pPr>
          </a:lstStyle>
          <a:p>
            <a:r>
              <a:rPr lang="en-US"/>
              <a:t>Click to edit Master title style</a:t>
            </a:r>
          </a:p>
        </p:txBody>
      </p:sp>
      <p:sp>
        <p:nvSpPr>
          <p:cNvPr id="19" name="Freeform 18">
            <a:extLst>
              <a:ext uri="{FF2B5EF4-FFF2-40B4-BE49-F238E27FC236}">
                <a16:creationId xmlns:a16="http://schemas.microsoft.com/office/drawing/2014/main" id="{6EA9AEED-AF58-5965-69FB-932553C0B6B4}"/>
              </a:ext>
            </a:extLst>
          </p:cNvPr>
          <p:cNvSpPr/>
          <p:nvPr userDrawn="1"/>
        </p:nvSpPr>
        <p:spPr>
          <a:xfrm rot="-2436801">
            <a:off x="9591268" y="4825621"/>
            <a:ext cx="3798108" cy="2273385"/>
          </a:xfrm>
          <a:custGeom>
            <a:avLst/>
            <a:gdLst>
              <a:gd name="connsiteX0" fmla="*/ 3798108 w 3798108"/>
              <a:gd name="connsiteY0" fmla="*/ 0 h 2273385"/>
              <a:gd name="connsiteX1" fmla="*/ 1848663 w 3798108"/>
              <a:gd name="connsiteY1" fmla="*/ 2273385 h 2273385"/>
              <a:gd name="connsiteX2" fmla="*/ 0 w 3798108"/>
              <a:gd name="connsiteY2" fmla="*/ 688142 h 2273385"/>
              <a:gd name="connsiteX3" fmla="*/ 0 w 3798108"/>
              <a:gd name="connsiteY3" fmla="*/ 0 h 2273385"/>
            </a:gdLst>
            <a:ahLst/>
            <a:cxnLst>
              <a:cxn ang="0">
                <a:pos x="connsiteX0" y="connsiteY0"/>
              </a:cxn>
              <a:cxn ang="0">
                <a:pos x="connsiteX1" y="connsiteY1"/>
              </a:cxn>
              <a:cxn ang="0">
                <a:pos x="connsiteX2" y="connsiteY2"/>
              </a:cxn>
              <a:cxn ang="0">
                <a:pos x="connsiteX3" y="connsiteY3"/>
              </a:cxn>
            </a:cxnLst>
            <a:rect l="l" t="t" r="r" b="b"/>
            <a:pathLst>
              <a:path w="3798108" h="2273385">
                <a:moveTo>
                  <a:pt x="3798108" y="0"/>
                </a:moveTo>
                <a:lnTo>
                  <a:pt x="1848663" y="2273385"/>
                </a:lnTo>
                <a:lnTo>
                  <a:pt x="0" y="6881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wrap="square">
            <a:noAutofit/>
          </a:bodyPr>
          <a:lstStyle/>
          <a:p>
            <a:endParaRPr lang="en-US" sz="1200"/>
          </a:p>
        </p:txBody>
      </p:sp>
    </p:spTree>
    <p:extLst>
      <p:ext uri="{BB962C8B-B14F-4D97-AF65-F5344CB8AC3E}">
        <p14:creationId xmlns:p14="http://schemas.microsoft.com/office/powerpoint/2010/main" val="1954918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61625D-B608-1465-42DD-0DC8179B2151}"/>
              </a:ext>
            </a:extLst>
          </p:cNvPr>
          <p:cNvSpPr>
            <a:spLocks noGrp="1"/>
          </p:cNvSpPr>
          <p:nvPr>
            <p:ph type="dt" sz="half" idx="10"/>
          </p:nvPr>
        </p:nvSpPr>
        <p:spPr/>
        <p:txBody>
          <a:bodyPr/>
          <a:lstStyle/>
          <a:p>
            <a:fld id="{7C8D7E02-BCB8-4D50-A234-369438C08659}" type="datetimeFigureOut">
              <a:rPr lang="en-US" smtClean="0"/>
              <a:t>12/3/25</a:t>
            </a:fld>
            <a:endParaRPr lang="en-US"/>
          </a:p>
        </p:txBody>
      </p:sp>
      <p:sp>
        <p:nvSpPr>
          <p:cNvPr id="3" name="Footer Placeholder 2">
            <a:extLst>
              <a:ext uri="{FF2B5EF4-FFF2-40B4-BE49-F238E27FC236}">
                <a16:creationId xmlns:a16="http://schemas.microsoft.com/office/drawing/2014/main" id="{7D31BC26-7594-4D4D-DEB1-E7BC918D511E}"/>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F00CA062-CAC7-2CA0-9359-81A7A6D8C0D6}"/>
              </a:ext>
            </a:extLst>
          </p:cNvPr>
          <p:cNvSpPr>
            <a:spLocks noGrp="1"/>
          </p:cNvSpPr>
          <p:nvPr>
            <p:ph type="sldNum" sz="quarter" idx="12"/>
          </p:nvPr>
        </p:nvSpPr>
        <p:spPr/>
        <p:txBody>
          <a:bodyPr/>
          <a:lstStyle/>
          <a:p>
            <a:fld id="{D57F1E4F-1CFF-5643-939E-217C01CDF565}" type="slidenum">
              <a:rPr lang="en-US" smtClean="0"/>
              <a:pPr/>
              <a:t>‹#›</a:t>
            </a:fld>
            <a:endParaRPr lang="en-US"/>
          </a:p>
        </p:txBody>
      </p:sp>
      <p:sp>
        <p:nvSpPr>
          <p:cNvPr id="5" name="Freeform 4">
            <a:extLst>
              <a:ext uri="{FF2B5EF4-FFF2-40B4-BE49-F238E27FC236}">
                <a16:creationId xmlns:a16="http://schemas.microsoft.com/office/drawing/2014/main" id="{9AB405FC-4669-7FB3-E7AD-2CDFC94CA243}"/>
              </a:ext>
            </a:extLst>
          </p:cNvPr>
          <p:cNvSpPr/>
          <p:nvPr userDrawn="1"/>
        </p:nvSpPr>
        <p:spPr>
          <a:xfrm>
            <a:off x="0" y="0"/>
            <a:ext cx="1796868" cy="1554017"/>
          </a:xfrm>
          <a:custGeom>
            <a:avLst/>
            <a:gdLst>
              <a:gd name="connsiteX0" fmla="*/ 0 w 1796868"/>
              <a:gd name="connsiteY0" fmla="*/ 0 h 1554017"/>
              <a:gd name="connsiteX1" fmla="*/ 1796868 w 1796868"/>
              <a:gd name="connsiteY1" fmla="*/ 0 h 1554017"/>
              <a:gd name="connsiteX2" fmla="*/ 1782484 w 1796868"/>
              <a:gd name="connsiteY2" fmla="*/ 94247 h 1554017"/>
              <a:gd name="connsiteX3" fmla="*/ 177823 w 1796868"/>
              <a:gd name="connsiteY3" fmla="*/ 1545038 h 1554017"/>
              <a:gd name="connsiteX4" fmla="*/ 0 w 1796868"/>
              <a:gd name="connsiteY4" fmla="*/ 1554017 h 1554017"/>
              <a:gd name="connsiteX5" fmla="*/ 0 w 1796868"/>
              <a:gd name="connsiteY5" fmla="*/ 0 h 155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6868" h="1554017">
                <a:moveTo>
                  <a:pt x="0" y="0"/>
                </a:moveTo>
                <a:lnTo>
                  <a:pt x="1796868" y="0"/>
                </a:lnTo>
                <a:lnTo>
                  <a:pt x="1782484" y="94247"/>
                </a:lnTo>
                <a:cubicBezTo>
                  <a:pt x="1624136" y="868075"/>
                  <a:pt x="977049" y="1463872"/>
                  <a:pt x="177823" y="1545038"/>
                </a:cubicBezTo>
                <a:lnTo>
                  <a:pt x="0" y="1554017"/>
                </a:lnTo>
                <a:lnTo>
                  <a:pt x="0" y="0"/>
                </a:lnTo>
                <a:close/>
              </a:path>
            </a:pathLst>
          </a:custGeom>
          <a:blipFill>
            <a:blip r:embed="rId2">
              <a:duotone>
                <a:prstClr val="black"/>
                <a:schemeClr val="accent6">
                  <a:tint val="45000"/>
                  <a:satMod val="400000"/>
                </a:schemeClr>
              </a:duotone>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30730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1C7F-30C1-20BF-72F0-2FB1C00565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616CC8-0A87-00B8-003C-A6C7088D9A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15938D-901B-8C52-253B-C475DAA4D2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246C0F-10FC-60A9-BF25-8168FE717A20}"/>
              </a:ext>
            </a:extLst>
          </p:cNvPr>
          <p:cNvSpPr>
            <a:spLocks noGrp="1"/>
          </p:cNvSpPr>
          <p:nvPr>
            <p:ph type="dt" sz="half" idx="10"/>
          </p:nvPr>
        </p:nvSpPr>
        <p:spPr/>
        <p:txBody>
          <a:bodyPr/>
          <a:lstStyle/>
          <a:p>
            <a:fld id="{76E86A4C-8E40-4F87-A4F0-01A0687C5742}" type="datetimeFigureOut">
              <a:rPr lang="en-US" smtClean="0"/>
              <a:t>12/3/25</a:t>
            </a:fld>
            <a:endParaRPr lang="en-US"/>
          </a:p>
        </p:txBody>
      </p:sp>
      <p:sp>
        <p:nvSpPr>
          <p:cNvPr id="6" name="Footer Placeholder 5">
            <a:extLst>
              <a:ext uri="{FF2B5EF4-FFF2-40B4-BE49-F238E27FC236}">
                <a16:creationId xmlns:a16="http://schemas.microsoft.com/office/drawing/2014/main" id="{2A03B783-B828-5AE4-5AEA-BCE0B336E497}"/>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8BAAF9-B2E6-20DD-C00E-28528D803B76}"/>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50017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17D5B-BD7D-D17D-DEBC-BA597FE27E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D54D20-4C76-C4E4-102E-BF835C93BF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6B23E1-7C59-1420-8937-E91E8FF5D8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1BA862-5067-DE1C-FB90-E00C0DE3A556}"/>
              </a:ext>
            </a:extLst>
          </p:cNvPr>
          <p:cNvSpPr>
            <a:spLocks noGrp="1"/>
          </p:cNvSpPr>
          <p:nvPr>
            <p:ph type="dt" sz="half" idx="10"/>
          </p:nvPr>
        </p:nvSpPr>
        <p:spPr/>
        <p:txBody>
          <a:bodyPr/>
          <a:lstStyle/>
          <a:p>
            <a:fld id="{35E72C73-2D91-4E12-BA25-F0AA0C03599B}" type="datetimeFigureOut">
              <a:rPr lang="en-US" smtClean="0"/>
              <a:t>12/3/25</a:t>
            </a:fld>
            <a:endParaRPr lang="en-US"/>
          </a:p>
        </p:txBody>
      </p:sp>
      <p:sp>
        <p:nvSpPr>
          <p:cNvPr id="6" name="Footer Placeholder 5">
            <a:extLst>
              <a:ext uri="{FF2B5EF4-FFF2-40B4-BE49-F238E27FC236}">
                <a16:creationId xmlns:a16="http://schemas.microsoft.com/office/drawing/2014/main" id="{1A181754-894B-F221-A34C-80F7DF36A2A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8B2A7E88-4C3E-CC9B-E52E-057B22495B63}"/>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59722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F153A-F2DF-F86C-7874-DDC4AC4C17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0741CC-72C6-A91B-832C-9B94BFE6FF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ACE19-3A4E-94A3-846E-0B252152A7BA}"/>
              </a:ext>
            </a:extLst>
          </p:cNvPr>
          <p:cNvSpPr>
            <a:spLocks noGrp="1"/>
          </p:cNvSpPr>
          <p:nvPr>
            <p:ph type="dt" sz="half" idx="10"/>
          </p:nvPr>
        </p:nvSpPr>
        <p:spPr/>
        <p:txBody>
          <a:bodyPr/>
          <a:lstStyle/>
          <a:p>
            <a:fld id="{53086D93-FCAC-47E0-A2EE-787E62CA814C}" type="datetimeFigureOut">
              <a:rPr lang="en-US" smtClean="0"/>
              <a:t>12/3/25</a:t>
            </a:fld>
            <a:endParaRPr lang="en-US"/>
          </a:p>
        </p:txBody>
      </p:sp>
      <p:sp>
        <p:nvSpPr>
          <p:cNvPr id="5" name="Footer Placeholder 4">
            <a:extLst>
              <a:ext uri="{FF2B5EF4-FFF2-40B4-BE49-F238E27FC236}">
                <a16:creationId xmlns:a16="http://schemas.microsoft.com/office/drawing/2014/main" id="{1A5AA359-F603-8682-AB79-CEC66ED5884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D348321-3FDE-3497-E76F-DED1AF051873}"/>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3771039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2AD94D-D122-B5CB-EE29-042555CEC3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F17DBD-9C52-53F7-7D78-CE95DDAF76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9E7EC3-0833-89D1-2E6A-AC68A9FF97E6}"/>
              </a:ext>
            </a:extLst>
          </p:cNvPr>
          <p:cNvSpPr>
            <a:spLocks noGrp="1"/>
          </p:cNvSpPr>
          <p:nvPr>
            <p:ph type="dt" sz="half" idx="10"/>
          </p:nvPr>
        </p:nvSpPr>
        <p:spPr/>
        <p:txBody>
          <a:bodyPr/>
          <a:lstStyle/>
          <a:p>
            <a:fld id="{CDA879A6-0FD0-4734-A311-86BFCA472E6E}" type="datetimeFigureOut">
              <a:rPr lang="en-US" smtClean="0"/>
              <a:t>12/3/25</a:t>
            </a:fld>
            <a:endParaRPr lang="en-US"/>
          </a:p>
        </p:txBody>
      </p:sp>
      <p:sp>
        <p:nvSpPr>
          <p:cNvPr id="5" name="Footer Placeholder 4">
            <a:extLst>
              <a:ext uri="{FF2B5EF4-FFF2-40B4-BE49-F238E27FC236}">
                <a16:creationId xmlns:a16="http://schemas.microsoft.com/office/drawing/2014/main" id="{7839EF44-359E-DCD1-FD6C-7CBBFC92AFF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BB24831-F482-0791-716E-41E171BF28BC}"/>
              </a:ext>
            </a:extLst>
          </p:cNvPr>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8465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Title Slide">
    <p:bg>
      <p:bgPr>
        <a:blipFill dpi="0" rotWithShape="1">
          <a:blip r:embed="rId2">
            <a:lum/>
          </a:blip>
          <a:srcRect/>
          <a:stretch>
            <a:fillRect l="-8000" r="-8000"/>
          </a:stretch>
        </a:blip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16C96959-9250-3206-8022-472CF7AF2CD7}"/>
              </a:ext>
            </a:extLst>
          </p:cNvPr>
          <p:cNvSpPr/>
          <p:nvPr userDrawn="1"/>
        </p:nvSpPr>
        <p:spPr>
          <a:xfrm>
            <a:off x="-1" y="0"/>
            <a:ext cx="12191999" cy="6858000"/>
          </a:xfrm>
          <a:custGeom>
            <a:avLst/>
            <a:gdLst/>
            <a:ahLst/>
            <a:cxnLst/>
            <a:rect l="l" t="t" r="r" b="b"/>
            <a:pathLst>
              <a:path w="1768967" h="1083733">
                <a:moveTo>
                  <a:pt x="0" y="0"/>
                </a:moveTo>
                <a:lnTo>
                  <a:pt x="1768967" y="0"/>
                </a:lnTo>
                <a:lnTo>
                  <a:pt x="1768967" y="1083733"/>
                </a:lnTo>
                <a:lnTo>
                  <a:pt x="0" y="1083733"/>
                </a:lnTo>
                <a:close/>
              </a:path>
            </a:pathLst>
          </a:custGeom>
          <a:solidFill>
            <a:schemeClr val="tx1">
              <a:alpha val="50000"/>
            </a:schemeClr>
          </a:solidFill>
        </p:spPr>
        <p:txBody>
          <a:bodyPr/>
          <a:lstStyle/>
          <a:p>
            <a:endParaRPr lang="en-US" sz="1100">
              <a:solidFill>
                <a:srgbClr val="73FEFF"/>
              </a:solidFill>
            </a:endParaRPr>
          </a:p>
        </p:txBody>
      </p:sp>
      <p:sp>
        <p:nvSpPr>
          <p:cNvPr id="11" name="Subtitle 2">
            <a:extLst>
              <a:ext uri="{FF2B5EF4-FFF2-40B4-BE49-F238E27FC236}">
                <a16:creationId xmlns:a16="http://schemas.microsoft.com/office/drawing/2014/main" id="{7CFDEDEC-20F8-BF38-9DA1-3D0B6D0F4F92}"/>
              </a:ext>
            </a:extLst>
          </p:cNvPr>
          <p:cNvSpPr>
            <a:spLocks noGrp="1"/>
          </p:cNvSpPr>
          <p:nvPr>
            <p:ph type="subTitle" idx="1"/>
          </p:nvPr>
        </p:nvSpPr>
        <p:spPr>
          <a:xfrm>
            <a:off x="3810000" y="4671279"/>
            <a:ext cx="4572000" cy="1828800"/>
          </a:xfrm>
        </p:spPr>
        <p:txBody>
          <a:bodyPr tIns="91440" bIns="91440" anchor="ctr">
            <a:noAutofit/>
          </a:bodyPr>
          <a:lstStyle>
            <a:lvl1pPr marL="0" indent="0" algn="ctr">
              <a:buNone/>
              <a:defRPr sz="1600" b="0">
                <a:solidFill>
                  <a:schemeClr val="accent2">
                    <a:lumMod val="20000"/>
                    <a:lumOff val="80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12" name="Title 1">
            <a:extLst>
              <a:ext uri="{FF2B5EF4-FFF2-40B4-BE49-F238E27FC236}">
                <a16:creationId xmlns:a16="http://schemas.microsoft.com/office/drawing/2014/main" id="{A48C8975-09D2-C7A5-7D04-C3817EF4A638}"/>
              </a:ext>
            </a:extLst>
          </p:cNvPr>
          <p:cNvSpPr>
            <a:spLocks noGrp="1"/>
          </p:cNvSpPr>
          <p:nvPr>
            <p:ph type="ctrTitle"/>
          </p:nvPr>
        </p:nvSpPr>
        <p:spPr>
          <a:xfrm>
            <a:off x="1523999" y="3044279"/>
            <a:ext cx="9144000" cy="769441"/>
          </a:xfrm>
        </p:spPr>
        <p:txBody>
          <a:bodyPr wrap="square" anchor="ctr">
            <a:spAutoFit/>
          </a:bodyPr>
          <a:lstStyle>
            <a:lvl1pPr algn="ctr">
              <a:defRPr sz="4400" b="1">
                <a:solidFill>
                  <a:srgbClr val="73FEFF"/>
                </a:solidFill>
              </a:defRPr>
            </a:lvl1pPr>
          </a:lstStyle>
          <a:p>
            <a:r>
              <a:rPr lang="en-US"/>
              <a:t>Click to edit Master title style</a:t>
            </a:r>
          </a:p>
        </p:txBody>
      </p:sp>
      <p:sp useBgFill="1">
        <p:nvSpPr>
          <p:cNvPr id="10" name="Freeform 9">
            <a:extLst>
              <a:ext uri="{FF2B5EF4-FFF2-40B4-BE49-F238E27FC236}">
                <a16:creationId xmlns:a16="http://schemas.microsoft.com/office/drawing/2014/main" id="{093567A3-42B3-0B4E-A70F-E3E14C338018}"/>
              </a:ext>
            </a:extLst>
          </p:cNvPr>
          <p:cNvSpPr>
            <a:spLocks noChangeAspect="1"/>
          </p:cNvSpPr>
          <p:nvPr userDrawn="1"/>
        </p:nvSpPr>
        <p:spPr>
          <a:xfrm>
            <a:off x="8314858" y="1338508"/>
            <a:ext cx="3069317" cy="4572000"/>
          </a:xfrm>
          <a:custGeom>
            <a:avLst/>
            <a:gdLst>
              <a:gd name="connsiteX0" fmla="*/ 489857 w 4180114"/>
              <a:gd name="connsiteY0" fmla="*/ 1023258 h 6226629"/>
              <a:gd name="connsiteX1" fmla="*/ 979714 w 4180114"/>
              <a:gd name="connsiteY1" fmla="*/ 1513115 h 6226629"/>
              <a:gd name="connsiteX2" fmla="*/ 979714 w 4180114"/>
              <a:gd name="connsiteY2" fmla="*/ 5736772 h 6226629"/>
              <a:gd name="connsiteX3" fmla="*/ 489857 w 4180114"/>
              <a:gd name="connsiteY3" fmla="*/ 6226629 h 6226629"/>
              <a:gd name="connsiteX4" fmla="*/ 0 w 4180114"/>
              <a:gd name="connsiteY4" fmla="*/ 5736772 h 6226629"/>
              <a:gd name="connsiteX5" fmla="*/ 0 w 4180114"/>
              <a:gd name="connsiteY5" fmla="*/ 1513115 h 6226629"/>
              <a:gd name="connsiteX6" fmla="*/ 489857 w 4180114"/>
              <a:gd name="connsiteY6" fmla="*/ 1023258 h 6226629"/>
              <a:gd name="connsiteX7" fmla="*/ 2623457 w 4180114"/>
              <a:gd name="connsiteY7" fmla="*/ 751114 h 6226629"/>
              <a:gd name="connsiteX8" fmla="*/ 3113314 w 4180114"/>
              <a:gd name="connsiteY8" fmla="*/ 1240971 h 6226629"/>
              <a:gd name="connsiteX9" fmla="*/ 3113314 w 4180114"/>
              <a:gd name="connsiteY9" fmla="*/ 5464628 h 6226629"/>
              <a:gd name="connsiteX10" fmla="*/ 2623457 w 4180114"/>
              <a:gd name="connsiteY10" fmla="*/ 5954485 h 6226629"/>
              <a:gd name="connsiteX11" fmla="*/ 2133600 w 4180114"/>
              <a:gd name="connsiteY11" fmla="*/ 5464628 h 6226629"/>
              <a:gd name="connsiteX12" fmla="*/ 2133600 w 4180114"/>
              <a:gd name="connsiteY12" fmla="*/ 1240971 h 6226629"/>
              <a:gd name="connsiteX13" fmla="*/ 2623457 w 4180114"/>
              <a:gd name="connsiteY13" fmla="*/ 751114 h 6226629"/>
              <a:gd name="connsiteX14" fmla="*/ 3690257 w 4180114"/>
              <a:gd name="connsiteY14" fmla="*/ 380999 h 6226629"/>
              <a:gd name="connsiteX15" fmla="*/ 4180114 w 4180114"/>
              <a:gd name="connsiteY15" fmla="*/ 870856 h 6226629"/>
              <a:gd name="connsiteX16" fmla="*/ 4180114 w 4180114"/>
              <a:gd name="connsiteY16" fmla="*/ 5094513 h 6226629"/>
              <a:gd name="connsiteX17" fmla="*/ 3690257 w 4180114"/>
              <a:gd name="connsiteY17" fmla="*/ 5584370 h 6226629"/>
              <a:gd name="connsiteX18" fmla="*/ 3200400 w 4180114"/>
              <a:gd name="connsiteY18" fmla="*/ 5094513 h 6226629"/>
              <a:gd name="connsiteX19" fmla="*/ 3200400 w 4180114"/>
              <a:gd name="connsiteY19" fmla="*/ 870856 h 6226629"/>
              <a:gd name="connsiteX20" fmla="*/ 3690257 w 4180114"/>
              <a:gd name="connsiteY20" fmla="*/ 380999 h 6226629"/>
              <a:gd name="connsiteX21" fmla="*/ 1556657 w 4180114"/>
              <a:gd name="connsiteY21" fmla="*/ 0 h 6226629"/>
              <a:gd name="connsiteX22" fmla="*/ 2046514 w 4180114"/>
              <a:gd name="connsiteY22" fmla="*/ 489857 h 6226629"/>
              <a:gd name="connsiteX23" fmla="*/ 2046514 w 4180114"/>
              <a:gd name="connsiteY23" fmla="*/ 4713514 h 6226629"/>
              <a:gd name="connsiteX24" fmla="*/ 1556657 w 4180114"/>
              <a:gd name="connsiteY24" fmla="*/ 5203371 h 6226629"/>
              <a:gd name="connsiteX25" fmla="*/ 1066800 w 4180114"/>
              <a:gd name="connsiteY25" fmla="*/ 4713514 h 6226629"/>
              <a:gd name="connsiteX26" fmla="*/ 1066800 w 4180114"/>
              <a:gd name="connsiteY26" fmla="*/ 489857 h 6226629"/>
              <a:gd name="connsiteX27" fmla="*/ 1556657 w 4180114"/>
              <a:gd name="connsiteY27" fmla="*/ 0 h 6226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80114" h="6226629">
                <a:moveTo>
                  <a:pt x="489857" y="1023258"/>
                </a:moveTo>
                <a:cubicBezTo>
                  <a:pt x="760398" y="1023258"/>
                  <a:pt x="979714" y="1242574"/>
                  <a:pt x="979714" y="1513115"/>
                </a:cubicBezTo>
                <a:lnTo>
                  <a:pt x="979714" y="5736772"/>
                </a:lnTo>
                <a:cubicBezTo>
                  <a:pt x="979714" y="6007313"/>
                  <a:pt x="760398" y="6226629"/>
                  <a:pt x="489857" y="6226629"/>
                </a:cubicBezTo>
                <a:cubicBezTo>
                  <a:pt x="219316" y="6226629"/>
                  <a:pt x="0" y="6007313"/>
                  <a:pt x="0" y="5736772"/>
                </a:cubicBezTo>
                <a:lnTo>
                  <a:pt x="0" y="1513115"/>
                </a:lnTo>
                <a:cubicBezTo>
                  <a:pt x="0" y="1242574"/>
                  <a:pt x="219316" y="1023258"/>
                  <a:pt x="489857" y="1023258"/>
                </a:cubicBezTo>
                <a:close/>
                <a:moveTo>
                  <a:pt x="2623457" y="751114"/>
                </a:moveTo>
                <a:cubicBezTo>
                  <a:pt x="2893998" y="751114"/>
                  <a:pt x="3113314" y="970430"/>
                  <a:pt x="3113314" y="1240971"/>
                </a:cubicBezTo>
                <a:lnTo>
                  <a:pt x="3113314" y="5464628"/>
                </a:lnTo>
                <a:cubicBezTo>
                  <a:pt x="3113314" y="5735169"/>
                  <a:pt x="2893998" y="5954485"/>
                  <a:pt x="2623457" y="5954485"/>
                </a:cubicBezTo>
                <a:cubicBezTo>
                  <a:pt x="2352916" y="5954485"/>
                  <a:pt x="2133600" y="5735169"/>
                  <a:pt x="2133600" y="5464628"/>
                </a:cubicBezTo>
                <a:lnTo>
                  <a:pt x="2133600" y="1240971"/>
                </a:lnTo>
                <a:cubicBezTo>
                  <a:pt x="2133600" y="970430"/>
                  <a:pt x="2352916" y="751114"/>
                  <a:pt x="2623457" y="751114"/>
                </a:cubicBezTo>
                <a:close/>
                <a:moveTo>
                  <a:pt x="3690257" y="380999"/>
                </a:moveTo>
                <a:cubicBezTo>
                  <a:pt x="3960798" y="380999"/>
                  <a:pt x="4180114" y="600315"/>
                  <a:pt x="4180114" y="870856"/>
                </a:cubicBezTo>
                <a:lnTo>
                  <a:pt x="4180114" y="5094513"/>
                </a:lnTo>
                <a:cubicBezTo>
                  <a:pt x="4180114" y="5365054"/>
                  <a:pt x="3960798" y="5584370"/>
                  <a:pt x="3690257" y="5584370"/>
                </a:cubicBezTo>
                <a:cubicBezTo>
                  <a:pt x="3419716" y="5584370"/>
                  <a:pt x="3200400" y="5365054"/>
                  <a:pt x="3200400" y="5094513"/>
                </a:cubicBezTo>
                <a:lnTo>
                  <a:pt x="3200400" y="870856"/>
                </a:lnTo>
                <a:cubicBezTo>
                  <a:pt x="3200400" y="600315"/>
                  <a:pt x="3419716" y="380999"/>
                  <a:pt x="3690257" y="380999"/>
                </a:cubicBezTo>
                <a:close/>
                <a:moveTo>
                  <a:pt x="1556657" y="0"/>
                </a:moveTo>
                <a:cubicBezTo>
                  <a:pt x="1827198" y="0"/>
                  <a:pt x="2046514" y="219316"/>
                  <a:pt x="2046514" y="489857"/>
                </a:cubicBezTo>
                <a:lnTo>
                  <a:pt x="2046514" y="4713514"/>
                </a:lnTo>
                <a:cubicBezTo>
                  <a:pt x="2046514" y="4984055"/>
                  <a:pt x="1827198" y="5203371"/>
                  <a:pt x="1556657" y="5203371"/>
                </a:cubicBezTo>
                <a:cubicBezTo>
                  <a:pt x="1286116" y="5203371"/>
                  <a:pt x="1066800" y="4984055"/>
                  <a:pt x="1066800" y="4713514"/>
                </a:cubicBezTo>
                <a:lnTo>
                  <a:pt x="1066800" y="489857"/>
                </a:lnTo>
                <a:cubicBezTo>
                  <a:pt x="1066800" y="219316"/>
                  <a:pt x="1286116" y="0"/>
                  <a:pt x="1556657" y="0"/>
                </a:cubicBezTo>
                <a:close/>
              </a:path>
            </a:pathLst>
          </a:custGeom>
          <a:ln>
            <a:noFill/>
          </a:ln>
          <a:effectLst>
            <a:outerShdw blurRad="190500" dist="254000" dir="2700000" algn="tl" rotWithShape="0">
              <a:prstClr val="black"/>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7777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8D332E-3869-CD3C-0A3D-589AB6FDE963}"/>
              </a:ext>
            </a:extLst>
          </p:cNvPr>
          <p:cNvSpPr>
            <a:spLocks noGrp="1"/>
          </p:cNvSpPr>
          <p:nvPr>
            <p:ph type="title"/>
          </p:nvPr>
        </p:nvSpPr>
        <p:spPr>
          <a:xfrm>
            <a:off x="838200" y="365125"/>
            <a:ext cx="10515600" cy="85061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9F0F03-CA03-C208-E0FF-AE261D2872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B7B34-282D-A3C4-6E3A-71C53DDB6F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E451C3-0FF4-47C4-B829-773ADF60F88C}" type="datetimeFigureOut">
              <a:rPr lang="en-US" smtClean="0"/>
              <a:t>12/3/25</a:t>
            </a:fld>
            <a:endParaRPr lang="en-US"/>
          </a:p>
        </p:txBody>
      </p:sp>
      <p:sp>
        <p:nvSpPr>
          <p:cNvPr id="5" name="Footer Placeholder 4">
            <a:extLst>
              <a:ext uri="{FF2B5EF4-FFF2-40B4-BE49-F238E27FC236}">
                <a16:creationId xmlns:a16="http://schemas.microsoft.com/office/drawing/2014/main" id="{25F4D0D7-55CD-16FB-A1F4-56B021BC75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
              </a:t>
            </a:r>
          </a:p>
        </p:txBody>
      </p:sp>
      <p:sp>
        <p:nvSpPr>
          <p:cNvPr id="6" name="Slide Number Placeholder 5">
            <a:extLst>
              <a:ext uri="{FF2B5EF4-FFF2-40B4-BE49-F238E27FC236}">
                <a16:creationId xmlns:a16="http://schemas.microsoft.com/office/drawing/2014/main" id="{6D6FD715-114D-1EE4-62F4-E0D0E58BE3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999436654"/>
      </p:ext>
    </p:extLst>
  </p:cSld>
  <p:clrMap bg1="lt1" tx1="dk1" bg2="lt2" tx2="dk2" accent1="accent1" accent2="accent2" accent3="accent3" accent4="accent4" accent5="accent5" accent6="accent6" hlink="hlink" folHlink="folHlink"/>
  <p:sldLayoutIdLst>
    <p:sldLayoutId id="2147483929" r:id="rId1"/>
    <p:sldLayoutId id="2147483941" r:id="rId2"/>
    <p:sldLayoutId id="2147483930" r:id="rId3"/>
    <p:sldLayoutId id="2147483931" r:id="rId4"/>
    <p:sldLayoutId id="2147483932" r:id="rId5"/>
    <p:sldLayoutId id="2147483933" r:id="rId6"/>
    <p:sldLayoutId id="2147483934" r:id="rId7"/>
    <p:sldLayoutId id="2147483943" r:id="rId8"/>
    <p:sldLayoutId id="2147483940" r:id="rId9"/>
    <p:sldLayoutId id="2147483935" r:id="rId10"/>
    <p:sldLayoutId id="2147483936" r:id="rId11"/>
    <p:sldLayoutId id="2147483937" r:id="rId12"/>
    <p:sldLayoutId id="2147483938" r:id="rId13"/>
    <p:sldLayoutId id="2147483939" r:id="rId14"/>
    <p:sldLayoutId id="2147483944" r:id="rId15"/>
  </p:sldLayoutIdLst>
  <p:hf sldNum="0" hdr="0" ftr="0" dt="0"/>
  <p:txStyles>
    <p:titleStyle>
      <a:lvl1pPr algn="l" defTabSz="914400" rtl="0" eaLnBrk="1" latinLnBrk="0" hangingPunct="1">
        <a:lnSpc>
          <a:spcPct val="90000"/>
        </a:lnSpc>
        <a:spcBef>
          <a:spcPct val="0"/>
        </a:spcBef>
        <a:buNone/>
        <a:defRPr sz="3200" b="1" kern="1200">
          <a:solidFill>
            <a:srgbClr val="3B305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image" Target="../media/image8.jpeg"/><Relationship Id="rId7" Type="http://schemas.openxmlformats.org/officeDocument/2006/relationships/image" Target="../media/image12.svg"/><Relationship Id="rId12"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3.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 Target="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 Target="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0DDF978C-3313-C436-1E8B-727FE6F9C919}"/>
              </a:ext>
            </a:extLst>
          </p:cNvPr>
          <p:cNvSpPr>
            <a:spLocks noGrp="1"/>
          </p:cNvSpPr>
          <p:nvPr>
            <p:ph type="subTitle" idx="1"/>
          </p:nvPr>
        </p:nvSpPr>
        <p:spPr>
          <a:xfrm>
            <a:off x="381013" y="4532130"/>
            <a:ext cx="2468880" cy="1828800"/>
          </a:xfrm>
        </p:spPr>
        <p:txBody>
          <a:bodyPr/>
          <a:lstStyle/>
          <a:p>
            <a:pPr algn="l">
              <a:lnSpc>
                <a:spcPct val="100000"/>
              </a:lnSpc>
              <a:spcBef>
                <a:spcPts val="0"/>
              </a:spcBef>
            </a:pPr>
            <a:r>
              <a:rPr lang="en-US" b="1" dirty="0"/>
              <a:t>Group C</a:t>
            </a:r>
          </a:p>
          <a:p>
            <a:pPr algn="l">
              <a:lnSpc>
                <a:spcPct val="100000"/>
              </a:lnSpc>
              <a:spcBef>
                <a:spcPts val="0"/>
              </a:spcBef>
            </a:pPr>
            <a:r>
              <a:rPr lang="en-US" sz="1400" dirty="0"/>
              <a:t>Priyadarshan Parida</a:t>
            </a:r>
          </a:p>
          <a:p>
            <a:pPr algn="l">
              <a:lnSpc>
                <a:spcPct val="100000"/>
              </a:lnSpc>
              <a:spcBef>
                <a:spcPts val="0"/>
              </a:spcBef>
            </a:pPr>
            <a:r>
              <a:rPr lang="en-US" sz="1400" dirty="0"/>
              <a:t>Sunayana Jana</a:t>
            </a:r>
          </a:p>
          <a:p>
            <a:pPr algn="l">
              <a:lnSpc>
                <a:spcPct val="100000"/>
              </a:lnSpc>
              <a:spcBef>
                <a:spcPts val="0"/>
              </a:spcBef>
            </a:pPr>
            <a:r>
              <a:rPr lang="en-US" sz="1400" dirty="0"/>
              <a:t>Soniya Rajappan</a:t>
            </a:r>
          </a:p>
          <a:p>
            <a:pPr algn="l">
              <a:lnSpc>
                <a:spcPct val="100000"/>
              </a:lnSpc>
              <a:spcBef>
                <a:spcPts val="0"/>
              </a:spcBef>
            </a:pPr>
            <a:r>
              <a:rPr lang="en-US" sz="1400" dirty="0"/>
              <a:t>Arun Anantharam Bagade</a:t>
            </a:r>
          </a:p>
          <a:p>
            <a:pPr algn="l">
              <a:lnSpc>
                <a:spcPct val="100000"/>
              </a:lnSpc>
              <a:spcBef>
                <a:spcPts val="0"/>
              </a:spcBef>
            </a:pPr>
            <a:r>
              <a:rPr lang="en-US" sz="1400" dirty="0"/>
              <a:t>Bui Toan Thu Le</a:t>
            </a:r>
          </a:p>
          <a:p>
            <a:pPr algn="l">
              <a:lnSpc>
                <a:spcPct val="100000"/>
              </a:lnSpc>
              <a:spcBef>
                <a:spcPts val="0"/>
              </a:spcBef>
            </a:pPr>
            <a:r>
              <a:rPr lang="en-US" sz="1400" dirty="0"/>
              <a:t>Hrishi Anand Basutkar</a:t>
            </a:r>
          </a:p>
        </p:txBody>
      </p:sp>
      <p:sp>
        <p:nvSpPr>
          <p:cNvPr id="7" name="Title 1">
            <a:extLst>
              <a:ext uri="{FF2B5EF4-FFF2-40B4-BE49-F238E27FC236}">
                <a16:creationId xmlns:a16="http://schemas.microsoft.com/office/drawing/2014/main" id="{14E59EBA-D960-3882-7FA2-3E702A77B713}"/>
              </a:ext>
            </a:extLst>
          </p:cNvPr>
          <p:cNvSpPr>
            <a:spLocks noGrp="1"/>
          </p:cNvSpPr>
          <p:nvPr>
            <p:ph type="ctrTitle"/>
          </p:nvPr>
        </p:nvSpPr>
        <p:spPr>
          <a:xfrm>
            <a:off x="381014" y="2165320"/>
            <a:ext cx="7918160" cy="1203919"/>
          </a:xfrm>
        </p:spPr>
        <p:txBody>
          <a:bodyPr/>
          <a:lstStyle/>
          <a:p>
            <a:pPr algn="l"/>
            <a:r>
              <a:rPr lang="en-US" sz="4000" dirty="0"/>
              <a:t>Modeling Hit Potential of Songs: A Data-Driven Approach</a:t>
            </a:r>
          </a:p>
        </p:txBody>
      </p:sp>
      <p:sp>
        <p:nvSpPr>
          <p:cNvPr id="8" name="Title 1">
            <a:extLst>
              <a:ext uri="{FF2B5EF4-FFF2-40B4-BE49-F238E27FC236}">
                <a16:creationId xmlns:a16="http://schemas.microsoft.com/office/drawing/2014/main" id="{88B0674A-6D0C-B451-5101-F50BDC63A703}"/>
              </a:ext>
            </a:extLst>
          </p:cNvPr>
          <p:cNvSpPr txBox="1">
            <a:spLocks/>
          </p:cNvSpPr>
          <p:nvPr/>
        </p:nvSpPr>
        <p:spPr>
          <a:xfrm>
            <a:off x="381014" y="3490556"/>
            <a:ext cx="4754880" cy="591658"/>
          </a:xfrm>
          <a:prstGeom prst="rect">
            <a:avLst/>
          </a:prstGeom>
        </p:spPr>
        <p:txBody>
          <a:bodyPr vert="horz" wrap="square" lIns="91440" tIns="45720" rIns="91440" bIns="45720" rtlCol="0" anchor="ctr">
            <a:noAutofit/>
          </a:bodyPr>
          <a:lstStyle>
            <a:lvl1pPr algn="ctr" defTabSz="609630" rtl="0" eaLnBrk="1" latinLnBrk="0" hangingPunct="1">
              <a:spcBef>
                <a:spcPct val="0"/>
              </a:spcBef>
              <a:buNone/>
              <a:defRPr sz="3600" b="1" kern="1200">
                <a:solidFill>
                  <a:schemeClr val="bg1"/>
                </a:solidFill>
                <a:latin typeface="+mj-lt"/>
                <a:ea typeface="+mj-ea"/>
                <a:cs typeface="+mj-cs"/>
              </a:defRPr>
            </a:lvl1pPr>
          </a:lstStyle>
          <a:p>
            <a:pPr algn="l"/>
            <a:r>
              <a:rPr lang="en-US" sz="2000" b="0" dirty="0">
                <a:solidFill>
                  <a:schemeClr val="accent5">
                    <a:lumMod val="20000"/>
                    <a:lumOff val="80000"/>
                  </a:schemeClr>
                </a:solidFill>
              </a:rPr>
              <a:t>BUAN 6356.501 - Business Analytics With R</a:t>
            </a:r>
          </a:p>
        </p:txBody>
      </p:sp>
    </p:spTree>
    <p:extLst>
      <p:ext uri="{BB962C8B-B14F-4D97-AF65-F5344CB8AC3E}">
        <p14:creationId xmlns:p14="http://schemas.microsoft.com/office/powerpoint/2010/main" val="2153580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C1C1D-6ADD-1AA2-609E-903238D332B3}"/>
            </a:ext>
          </a:extLst>
        </p:cNvPr>
        <p:cNvGrpSpPr/>
        <p:nvPr/>
      </p:nvGrpSpPr>
      <p:grpSpPr>
        <a:xfrm>
          <a:off x="0" y="0"/>
          <a:ext cx="0" cy="0"/>
          <a:chOff x="0" y="0"/>
          <a:chExt cx="0" cy="0"/>
        </a:xfrm>
      </p:grpSpPr>
      <p:pic>
        <p:nvPicPr>
          <p:cNvPr id="7" name="Picture 6" descr="316+ Thousand Background Abstract Ai Royalty-Free Images, Stock Photos &amp;  Pictures | Shutterstock">
            <a:extLst>
              <a:ext uri="{FF2B5EF4-FFF2-40B4-BE49-F238E27FC236}">
                <a16:creationId xmlns:a16="http://schemas.microsoft.com/office/drawing/2014/main" id="{ED919419-1B61-25A9-1B09-60AFC3C18E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945" t="46528" b="16366"/>
          <a:stretch>
            <a:fillRect/>
          </a:stretch>
        </p:blipFill>
        <p:spPr bwMode="auto">
          <a:xfrm>
            <a:off x="6853846" y="1509911"/>
            <a:ext cx="5338155" cy="1380744"/>
          </a:xfrm>
          <a:custGeom>
            <a:avLst/>
            <a:gdLst>
              <a:gd name="csX0" fmla="*/ 0 w 5338155"/>
              <a:gd name="csY0" fmla="*/ 0 h 1380744"/>
              <a:gd name="csX1" fmla="*/ 5338155 w 5338155"/>
              <a:gd name="csY1" fmla="*/ 0 h 1380744"/>
              <a:gd name="csX2" fmla="*/ 5338155 w 5338155"/>
              <a:gd name="csY2" fmla="*/ 1380744 h 1380744"/>
              <a:gd name="csX3" fmla="*/ 763174 w 5338155"/>
              <a:gd name="csY3" fmla="*/ 1380744 h 1380744"/>
              <a:gd name="csX4" fmla="*/ 0 w 5338155"/>
              <a:gd name="csY4" fmla="*/ 0 h 1380744"/>
            </a:gdLst>
            <a:ahLst/>
            <a:cxnLst>
              <a:cxn ang="0">
                <a:pos x="csX0" y="csY0"/>
              </a:cxn>
              <a:cxn ang="0">
                <a:pos x="csX1" y="csY1"/>
              </a:cxn>
              <a:cxn ang="0">
                <a:pos x="csX2" y="csY2"/>
              </a:cxn>
              <a:cxn ang="0">
                <a:pos x="csX3" y="csY3"/>
              </a:cxn>
              <a:cxn ang="0">
                <a:pos x="csX4" y="csY4"/>
              </a:cxn>
            </a:cxnLst>
            <a:rect l="l" t="t" r="r" b="b"/>
            <a:pathLst>
              <a:path w="5338155" h="1380744">
                <a:moveTo>
                  <a:pt x="0" y="0"/>
                </a:moveTo>
                <a:lnTo>
                  <a:pt x="5338155" y="0"/>
                </a:lnTo>
                <a:lnTo>
                  <a:pt x="5338155" y="1380744"/>
                </a:lnTo>
                <a:lnTo>
                  <a:pt x="763174" y="1380744"/>
                </a:lnTo>
                <a:lnTo>
                  <a:pt x="0" y="0"/>
                </a:lnTo>
                <a:close/>
              </a:path>
            </a:pathLst>
          </a:custGeom>
          <a:noFill/>
          <a:extLst>
            <a:ext uri="{909E8E84-426E-40DD-AFC4-6F175D3DCCD1}">
              <a14:hiddenFill xmlns:a14="http://schemas.microsoft.com/office/drawing/2010/main">
                <a:solidFill>
                  <a:srgbClr val="FFFFFF"/>
                </a:solidFill>
              </a14:hiddenFill>
            </a:ext>
          </a:extLst>
        </p:spPr>
      </p:pic>
      <p:sp>
        <p:nvSpPr>
          <p:cNvPr id="31" name="Freeform 30">
            <a:extLst>
              <a:ext uri="{FF2B5EF4-FFF2-40B4-BE49-F238E27FC236}">
                <a16:creationId xmlns:a16="http://schemas.microsoft.com/office/drawing/2014/main" id="{FECDE6BB-708B-AE97-5577-51541AD8E891}"/>
              </a:ext>
            </a:extLst>
          </p:cNvPr>
          <p:cNvSpPr/>
          <p:nvPr/>
        </p:nvSpPr>
        <p:spPr>
          <a:xfrm>
            <a:off x="6853845" y="1509911"/>
            <a:ext cx="5338156" cy="1380744"/>
          </a:xfrm>
          <a:custGeom>
            <a:avLst/>
            <a:gdLst>
              <a:gd name="connsiteX0" fmla="*/ 0 w 5116745"/>
              <a:gd name="connsiteY0" fmla="*/ 0 h 1371600"/>
              <a:gd name="connsiteX1" fmla="*/ 5116745 w 5116745"/>
              <a:gd name="connsiteY1" fmla="*/ 0 h 1371600"/>
              <a:gd name="connsiteX2" fmla="*/ 5116745 w 5116745"/>
              <a:gd name="connsiteY2" fmla="*/ 1371600 h 1371600"/>
              <a:gd name="connsiteX3" fmla="*/ 731520 w 5116745"/>
              <a:gd name="connsiteY3" fmla="*/ 1371600 h 1371600"/>
              <a:gd name="connsiteX4" fmla="*/ 0 w 5116745"/>
              <a:gd name="connsiteY4" fmla="*/ 0 h 137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16745" h="1371600">
                <a:moveTo>
                  <a:pt x="0" y="0"/>
                </a:moveTo>
                <a:lnTo>
                  <a:pt x="5116745" y="0"/>
                </a:lnTo>
                <a:lnTo>
                  <a:pt x="5116745" y="1371600"/>
                </a:lnTo>
                <a:lnTo>
                  <a:pt x="731520" y="1371600"/>
                </a:lnTo>
                <a:lnTo>
                  <a:pt x="0" y="0"/>
                </a:lnTo>
                <a:close/>
              </a:path>
            </a:pathLst>
          </a:custGeom>
          <a:solidFill>
            <a:schemeClr val="tx1">
              <a:alpha val="60000"/>
            </a:schemeClr>
          </a:solidFill>
          <a:ln>
            <a:noFill/>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2" name="TextBox 31">
            <a:extLst>
              <a:ext uri="{FF2B5EF4-FFF2-40B4-BE49-F238E27FC236}">
                <a16:creationId xmlns:a16="http://schemas.microsoft.com/office/drawing/2014/main" id="{3DB9B2A4-B6A0-F55D-5A90-542D83D65C49}"/>
              </a:ext>
            </a:extLst>
          </p:cNvPr>
          <p:cNvSpPr txBox="1"/>
          <p:nvPr/>
        </p:nvSpPr>
        <p:spPr>
          <a:xfrm>
            <a:off x="8563555" y="1764567"/>
            <a:ext cx="3628443" cy="846386"/>
          </a:xfrm>
          <a:prstGeom prst="rect">
            <a:avLst/>
          </a:prstGeom>
          <a:noFill/>
        </p:spPr>
        <p:txBody>
          <a:bodyPr wrap="square" rIns="91440" rtlCol="0" anchor="ctr">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dirty="0">
                <a:solidFill>
                  <a:prstClr val="white"/>
                </a:solidFill>
                <a:latin typeface="Aptos" panose="02110004020202020204"/>
              </a:rPr>
              <a:t>Raw Dataset Shape: </a:t>
            </a:r>
            <a:r>
              <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rPr>
              <a:t>29K+ songs and 26 </a:t>
            </a:r>
            <a:r>
              <a:rPr lang="en-US" sz="1200" dirty="0">
                <a:solidFill>
                  <a:prstClr val="white"/>
                </a:solidFill>
                <a:latin typeface="Aptos" panose="02110004020202020204"/>
              </a:rPr>
              <a:t>features.</a:t>
            </a:r>
          </a:p>
          <a:p>
            <a:pPr marL="171450" lvl="0" indent="-171450">
              <a:spcAft>
                <a:spcPts val="600"/>
              </a:spcAft>
              <a:buFont typeface="Arial" panose="020B0604020202020204" pitchFamily="34" charset="0"/>
              <a:buChar char="•"/>
              <a:defRPr/>
            </a:pPr>
            <a:r>
              <a:rPr lang="en-US" sz="1200" dirty="0">
                <a:solidFill>
                  <a:prstClr val="white"/>
                </a:solidFill>
              </a:rPr>
              <a:t>Sneak Peek: </a:t>
            </a:r>
            <a:r>
              <a:rPr kumimoji="0" lang="en-US" sz="1200" b="0" i="0" u="none" strike="noStrike" kern="1200" cap="none" spc="0" normalizeH="0" baseline="0" noProof="0" dirty="0">
                <a:ln>
                  <a:noFill/>
                </a:ln>
                <a:solidFill>
                  <a:prstClr val="white"/>
                </a:solidFill>
                <a:effectLst/>
                <a:uLnTx/>
                <a:uFillTx/>
                <a:latin typeface="Aptos" panose="02110004020202020204"/>
                <a:ea typeface="+mn-ea"/>
                <a:cs typeface="+mn-cs"/>
              </a:rPr>
              <a:t>Decision Tree </a:t>
            </a:r>
            <a:r>
              <a:rPr kumimoji="0" lang="en-US" sz="1600" b="1" i="0" u="none" strike="noStrike" kern="1200" cap="none" spc="0" normalizeH="0" baseline="0" noProof="0" dirty="0">
                <a:ln>
                  <a:noFill/>
                </a:ln>
                <a:solidFill>
                  <a:prstClr val="white"/>
                </a:solidFill>
                <a:effectLst/>
                <a:uLnTx/>
                <a:uFillTx/>
                <a:latin typeface="Aptos" panose="02110004020202020204"/>
                <a:ea typeface="+mn-ea"/>
                <a:cs typeface="+mn-cs"/>
              </a:rPr>
              <a:t>8</a:t>
            </a:r>
            <a:r>
              <a:rPr lang="en-US" sz="1600" b="1" dirty="0">
                <a:solidFill>
                  <a:prstClr val="white"/>
                </a:solidFill>
                <a:latin typeface="Aptos" panose="02110004020202020204"/>
              </a:rPr>
              <a:t>2.7%</a:t>
            </a:r>
            <a:r>
              <a:rPr lang="en-US" sz="1400" dirty="0">
                <a:solidFill>
                  <a:prstClr val="white"/>
                </a:solidFill>
                <a:latin typeface="Aptos" panose="02110004020202020204"/>
              </a:rPr>
              <a:t> | </a:t>
            </a:r>
            <a:r>
              <a:rPr lang="en-US" sz="1200" dirty="0">
                <a:solidFill>
                  <a:prstClr val="white"/>
                </a:solidFill>
                <a:latin typeface="Aptos" panose="02110004020202020204"/>
              </a:rPr>
              <a:t>Logistic Regression</a:t>
            </a:r>
            <a:r>
              <a:rPr lang="en-US" sz="1400" dirty="0">
                <a:solidFill>
                  <a:prstClr val="white"/>
                </a:solidFill>
                <a:latin typeface="Aptos" panose="02110004020202020204"/>
              </a:rPr>
              <a:t> </a:t>
            </a:r>
            <a:r>
              <a:rPr lang="en-US" sz="1600" b="1" dirty="0">
                <a:solidFill>
                  <a:prstClr val="white"/>
                </a:solidFill>
                <a:latin typeface="Aptos" panose="02110004020202020204"/>
              </a:rPr>
              <a:t>83.3%</a:t>
            </a:r>
            <a:r>
              <a:rPr lang="en-US" sz="1400" dirty="0">
                <a:solidFill>
                  <a:prstClr val="white"/>
                </a:solidFill>
              </a:rPr>
              <a:t>.</a:t>
            </a:r>
            <a:endParaRPr kumimoji="0" lang="en-US" sz="1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4" name="Freeform 33">
            <a:extLst>
              <a:ext uri="{FF2B5EF4-FFF2-40B4-BE49-F238E27FC236}">
                <a16:creationId xmlns:a16="http://schemas.microsoft.com/office/drawing/2014/main" id="{B6979123-6C38-F736-4FCE-C4113D076860}"/>
              </a:ext>
            </a:extLst>
          </p:cNvPr>
          <p:cNvSpPr/>
          <p:nvPr/>
        </p:nvSpPr>
        <p:spPr>
          <a:xfrm>
            <a:off x="0" y="1282399"/>
            <a:ext cx="8877190" cy="1828800"/>
          </a:xfrm>
          <a:custGeom>
            <a:avLst/>
            <a:gdLst>
              <a:gd name="connsiteX0" fmla="*/ 0 w 9009198"/>
              <a:gd name="connsiteY0" fmla="*/ 0 h 1828800"/>
              <a:gd name="connsiteX1" fmla="*/ 9009198 w 9009198"/>
              <a:gd name="connsiteY1" fmla="*/ 0 h 1828800"/>
              <a:gd name="connsiteX2" fmla="*/ 7642799 w 9009198"/>
              <a:gd name="connsiteY2" fmla="*/ 1828799 h 1828800"/>
              <a:gd name="connsiteX3" fmla="*/ 9009198 w 9009198"/>
              <a:gd name="connsiteY3" fmla="*/ 1828799 h 1828800"/>
              <a:gd name="connsiteX4" fmla="*/ 9009198 w 9009198"/>
              <a:gd name="connsiteY4" fmla="*/ 1828800 h 1828800"/>
              <a:gd name="connsiteX5" fmla="*/ 0 w 9009198"/>
              <a:gd name="connsiteY5" fmla="*/ 1828800 h 1828800"/>
              <a:gd name="connsiteX6" fmla="*/ 0 w 9009198"/>
              <a:gd name="connsiteY6"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09198" h="1828800">
                <a:moveTo>
                  <a:pt x="0" y="0"/>
                </a:moveTo>
                <a:lnTo>
                  <a:pt x="9009198" y="0"/>
                </a:lnTo>
                <a:lnTo>
                  <a:pt x="7642799" y="1828799"/>
                </a:lnTo>
                <a:lnTo>
                  <a:pt x="9009198" y="1828799"/>
                </a:lnTo>
                <a:lnTo>
                  <a:pt x="9009198" y="1828800"/>
                </a:lnTo>
                <a:lnTo>
                  <a:pt x="0" y="1828800"/>
                </a:lnTo>
                <a:lnTo>
                  <a:pt x="0" y="0"/>
                </a:lnTo>
                <a:close/>
              </a:path>
            </a:pathLst>
          </a:custGeom>
          <a:solidFill>
            <a:srgbClr val="002060">
              <a:alpha val="90000"/>
            </a:srgbClr>
          </a:solid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41733E6-10F6-7098-6E84-336D7146D3F6}"/>
              </a:ext>
            </a:extLst>
          </p:cNvPr>
          <p:cNvSpPr>
            <a:spLocks noGrp="1"/>
          </p:cNvSpPr>
          <p:nvPr>
            <p:ph type="title" idx="4294967295"/>
          </p:nvPr>
        </p:nvSpPr>
        <p:spPr>
          <a:xfrm>
            <a:off x="302150" y="549275"/>
            <a:ext cx="10213450" cy="482600"/>
          </a:xfrm>
        </p:spPr>
        <p:txBody>
          <a:bodyPr>
            <a:normAutofit fontScale="90000"/>
          </a:bodyPr>
          <a:lstStyle/>
          <a:p>
            <a:r>
              <a:rPr lang="en-US" dirty="0"/>
              <a:t>Project Overview &amp; Objective</a:t>
            </a:r>
          </a:p>
        </p:txBody>
      </p:sp>
      <p:grpSp>
        <p:nvGrpSpPr>
          <p:cNvPr id="47" name="Group 46">
            <a:extLst>
              <a:ext uri="{FF2B5EF4-FFF2-40B4-BE49-F238E27FC236}">
                <a16:creationId xmlns:a16="http://schemas.microsoft.com/office/drawing/2014/main" id="{73559040-FAF2-A557-28F0-3390B15D635B}"/>
              </a:ext>
            </a:extLst>
          </p:cNvPr>
          <p:cNvGrpSpPr/>
          <p:nvPr/>
        </p:nvGrpSpPr>
        <p:grpSpPr>
          <a:xfrm>
            <a:off x="571913" y="1539271"/>
            <a:ext cx="274320" cy="274320"/>
            <a:chOff x="4608083" y="1391131"/>
            <a:chExt cx="274320" cy="274320"/>
          </a:xfrm>
        </p:grpSpPr>
        <p:sp>
          <p:nvSpPr>
            <p:cNvPr id="49" name="Freeform 2">
              <a:extLst>
                <a:ext uri="{FF2B5EF4-FFF2-40B4-BE49-F238E27FC236}">
                  <a16:creationId xmlns:a16="http://schemas.microsoft.com/office/drawing/2014/main" id="{4881AF05-D0E8-5043-D165-635B24AACB87}"/>
                </a:ext>
              </a:extLst>
            </p:cNvPr>
            <p:cNvSpPr>
              <a:spLocks noChangeAspect="1"/>
            </p:cNvSpPr>
            <p:nvPr/>
          </p:nvSpPr>
          <p:spPr>
            <a:xfrm>
              <a:off x="4608083" y="1391131"/>
              <a:ext cx="274320" cy="274320"/>
            </a:xfrm>
            <a:custGeom>
              <a:avLst/>
              <a:gdLst/>
              <a:ahLst/>
              <a:cxnLst/>
              <a:rect l="l" t="t" r="r" b="b"/>
              <a:pathLst>
                <a:path w="546184" h="546184">
                  <a:moveTo>
                    <a:pt x="0" y="0"/>
                  </a:moveTo>
                  <a:lnTo>
                    <a:pt x="546184" y="0"/>
                  </a:lnTo>
                  <a:lnTo>
                    <a:pt x="546184" y="546184"/>
                  </a:lnTo>
                  <a:lnTo>
                    <a:pt x="0" y="5461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0" name="Freeform 3">
              <a:extLst>
                <a:ext uri="{FF2B5EF4-FFF2-40B4-BE49-F238E27FC236}">
                  <a16:creationId xmlns:a16="http://schemas.microsoft.com/office/drawing/2014/main" id="{1CAB4A7E-00F6-8C40-107C-60BADB530D3B}"/>
                </a:ext>
              </a:extLst>
            </p:cNvPr>
            <p:cNvSpPr>
              <a:spLocks noChangeAspect="1"/>
            </p:cNvSpPr>
            <p:nvPr/>
          </p:nvSpPr>
          <p:spPr>
            <a:xfrm>
              <a:off x="4673754" y="1436851"/>
              <a:ext cx="142979" cy="182880"/>
            </a:xfrm>
            <a:custGeom>
              <a:avLst/>
              <a:gdLst/>
              <a:ahLst/>
              <a:cxnLst/>
              <a:rect l="l" t="t" r="r" b="b"/>
              <a:pathLst>
                <a:path w="192115" h="245728">
                  <a:moveTo>
                    <a:pt x="0" y="0"/>
                  </a:moveTo>
                  <a:lnTo>
                    <a:pt x="192115" y="0"/>
                  </a:lnTo>
                  <a:lnTo>
                    <a:pt x="192115" y="245728"/>
                  </a:lnTo>
                  <a:lnTo>
                    <a:pt x="0" y="24572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8" name="TextBox 47">
            <a:extLst>
              <a:ext uri="{FF2B5EF4-FFF2-40B4-BE49-F238E27FC236}">
                <a16:creationId xmlns:a16="http://schemas.microsoft.com/office/drawing/2014/main" id="{23AAD1BB-ABF6-DE5E-F59B-0EB835041BD6}"/>
              </a:ext>
            </a:extLst>
          </p:cNvPr>
          <p:cNvSpPr txBox="1"/>
          <p:nvPr/>
        </p:nvSpPr>
        <p:spPr>
          <a:xfrm>
            <a:off x="864053" y="1495239"/>
            <a:ext cx="1828800" cy="137160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panose="02110004020202020204"/>
                <a:ea typeface="+mn-ea"/>
                <a:cs typeface="+mn-cs"/>
              </a:rPr>
              <a:t>Objective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white"/>
                </a:solidFill>
                <a:latin typeface="Aptos" panose="02110004020202020204"/>
              </a:rPr>
              <a:t>Predict hit potential of songs using machine learning models and inform actions during pre- and post-production stages.</a:t>
            </a:r>
            <a:endParaRPr kumimoji="0" lang="en-US" sz="11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43" name="Group 42">
            <a:extLst>
              <a:ext uri="{FF2B5EF4-FFF2-40B4-BE49-F238E27FC236}">
                <a16:creationId xmlns:a16="http://schemas.microsoft.com/office/drawing/2014/main" id="{CA138251-889D-2278-611F-DEC1B313B966}"/>
              </a:ext>
            </a:extLst>
          </p:cNvPr>
          <p:cNvGrpSpPr/>
          <p:nvPr/>
        </p:nvGrpSpPr>
        <p:grpSpPr>
          <a:xfrm>
            <a:off x="2827109" y="1539271"/>
            <a:ext cx="274320" cy="274320"/>
            <a:chOff x="5044691" y="1385015"/>
            <a:chExt cx="274320" cy="274320"/>
          </a:xfrm>
        </p:grpSpPr>
        <p:sp>
          <p:nvSpPr>
            <p:cNvPr id="45" name="Freeform 2">
              <a:extLst>
                <a:ext uri="{FF2B5EF4-FFF2-40B4-BE49-F238E27FC236}">
                  <a16:creationId xmlns:a16="http://schemas.microsoft.com/office/drawing/2014/main" id="{10396025-23ED-709C-25B2-554B2276ADDB}"/>
                </a:ext>
              </a:extLst>
            </p:cNvPr>
            <p:cNvSpPr>
              <a:spLocks noChangeAspect="1"/>
            </p:cNvSpPr>
            <p:nvPr/>
          </p:nvSpPr>
          <p:spPr>
            <a:xfrm>
              <a:off x="5044691" y="1385015"/>
              <a:ext cx="274320" cy="274320"/>
            </a:xfrm>
            <a:custGeom>
              <a:avLst/>
              <a:gdLst/>
              <a:ahLst/>
              <a:cxnLst/>
              <a:rect l="l" t="t" r="r" b="b"/>
              <a:pathLst>
                <a:path w="546184" h="546184">
                  <a:moveTo>
                    <a:pt x="0" y="0"/>
                  </a:moveTo>
                  <a:lnTo>
                    <a:pt x="546184" y="0"/>
                  </a:lnTo>
                  <a:lnTo>
                    <a:pt x="546184" y="546184"/>
                  </a:lnTo>
                  <a:lnTo>
                    <a:pt x="0" y="5461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6" name="Freeform 3">
              <a:extLst>
                <a:ext uri="{FF2B5EF4-FFF2-40B4-BE49-F238E27FC236}">
                  <a16:creationId xmlns:a16="http://schemas.microsoft.com/office/drawing/2014/main" id="{8D43E311-CC6E-D73D-5D88-12C6ED3C9780}"/>
                </a:ext>
              </a:extLst>
            </p:cNvPr>
            <p:cNvSpPr>
              <a:spLocks noChangeAspect="1"/>
            </p:cNvSpPr>
            <p:nvPr/>
          </p:nvSpPr>
          <p:spPr>
            <a:xfrm>
              <a:off x="5108565" y="1430735"/>
              <a:ext cx="142979" cy="182880"/>
            </a:xfrm>
            <a:custGeom>
              <a:avLst/>
              <a:gdLst/>
              <a:ahLst/>
              <a:cxnLst/>
              <a:rect l="l" t="t" r="r" b="b"/>
              <a:pathLst>
                <a:path w="192115" h="245728">
                  <a:moveTo>
                    <a:pt x="0" y="0"/>
                  </a:moveTo>
                  <a:lnTo>
                    <a:pt x="192115" y="0"/>
                  </a:lnTo>
                  <a:lnTo>
                    <a:pt x="192115" y="245728"/>
                  </a:lnTo>
                  <a:lnTo>
                    <a:pt x="0" y="24572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4" name="TextBox 43">
            <a:extLst>
              <a:ext uri="{FF2B5EF4-FFF2-40B4-BE49-F238E27FC236}">
                <a16:creationId xmlns:a16="http://schemas.microsoft.com/office/drawing/2014/main" id="{846CEB72-EF84-71D7-3412-5233535113D1}"/>
              </a:ext>
            </a:extLst>
          </p:cNvPr>
          <p:cNvSpPr txBox="1"/>
          <p:nvPr/>
        </p:nvSpPr>
        <p:spPr>
          <a:xfrm>
            <a:off x="3106276" y="1493550"/>
            <a:ext cx="1828800" cy="1369606"/>
          </a:xfrm>
          <a:prstGeom prst="rect">
            <a:avLst/>
          </a:prstGeom>
          <a:noFill/>
        </p:spPr>
        <p:txBody>
          <a:bodyPr wrap="square" rtlCol="0">
            <a:noAutofit/>
          </a:bodyPr>
          <a:lstStyle/>
          <a:p>
            <a:pPr lvl="0">
              <a:spcAft>
                <a:spcPts val="600"/>
              </a:spcAft>
              <a:defRPr/>
            </a:pPr>
            <a:r>
              <a:rPr lang="en-US" sz="1200" b="1" dirty="0">
                <a:solidFill>
                  <a:prstClr val="white"/>
                </a:solidFill>
              </a:rPr>
              <a:t>Why This Matters?</a:t>
            </a:r>
          </a:p>
          <a:p>
            <a:pPr lvl="0">
              <a:defRPr/>
            </a:pPr>
            <a:r>
              <a:rPr lang="en-US" sz="1100" dirty="0">
                <a:solidFill>
                  <a:prstClr val="white"/>
                </a:solidFill>
              </a:rPr>
              <a:t>Millions of songs, few hits. Data-driven insights can inform marketing spend &amp; timing.</a:t>
            </a:r>
          </a:p>
        </p:txBody>
      </p:sp>
      <p:grpSp>
        <p:nvGrpSpPr>
          <p:cNvPr id="38" name="Group 37">
            <a:extLst>
              <a:ext uri="{FF2B5EF4-FFF2-40B4-BE49-F238E27FC236}">
                <a16:creationId xmlns:a16="http://schemas.microsoft.com/office/drawing/2014/main" id="{2799A332-1FB4-7CE2-4404-9006955A35B1}"/>
              </a:ext>
            </a:extLst>
          </p:cNvPr>
          <p:cNvGrpSpPr/>
          <p:nvPr/>
        </p:nvGrpSpPr>
        <p:grpSpPr>
          <a:xfrm>
            <a:off x="5024813" y="1543383"/>
            <a:ext cx="274320" cy="274320"/>
            <a:chOff x="5115466" y="1385015"/>
            <a:chExt cx="274320" cy="274320"/>
          </a:xfrm>
        </p:grpSpPr>
        <p:sp>
          <p:nvSpPr>
            <p:cNvPr id="40" name="Freeform 2">
              <a:extLst>
                <a:ext uri="{FF2B5EF4-FFF2-40B4-BE49-F238E27FC236}">
                  <a16:creationId xmlns:a16="http://schemas.microsoft.com/office/drawing/2014/main" id="{5B5A52FF-88D8-A7F4-0AA5-B1B59D1449BC}"/>
                </a:ext>
              </a:extLst>
            </p:cNvPr>
            <p:cNvSpPr>
              <a:spLocks noChangeAspect="1"/>
            </p:cNvSpPr>
            <p:nvPr/>
          </p:nvSpPr>
          <p:spPr>
            <a:xfrm>
              <a:off x="5115466" y="1385015"/>
              <a:ext cx="274320" cy="274320"/>
            </a:xfrm>
            <a:custGeom>
              <a:avLst/>
              <a:gdLst/>
              <a:ahLst/>
              <a:cxnLst/>
              <a:rect l="l" t="t" r="r" b="b"/>
              <a:pathLst>
                <a:path w="546184" h="546184">
                  <a:moveTo>
                    <a:pt x="0" y="0"/>
                  </a:moveTo>
                  <a:lnTo>
                    <a:pt x="546184" y="0"/>
                  </a:lnTo>
                  <a:lnTo>
                    <a:pt x="546184" y="546184"/>
                  </a:lnTo>
                  <a:lnTo>
                    <a:pt x="0" y="5461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Freeform 3">
              <a:extLst>
                <a:ext uri="{FF2B5EF4-FFF2-40B4-BE49-F238E27FC236}">
                  <a16:creationId xmlns:a16="http://schemas.microsoft.com/office/drawing/2014/main" id="{5B299BDC-3478-0826-1A3B-F96F3D1B39C7}"/>
                </a:ext>
              </a:extLst>
            </p:cNvPr>
            <p:cNvSpPr>
              <a:spLocks noChangeAspect="1"/>
            </p:cNvSpPr>
            <p:nvPr/>
          </p:nvSpPr>
          <p:spPr>
            <a:xfrm>
              <a:off x="5181137" y="1430735"/>
              <a:ext cx="142979" cy="182880"/>
            </a:xfrm>
            <a:custGeom>
              <a:avLst/>
              <a:gdLst/>
              <a:ahLst/>
              <a:cxnLst/>
              <a:rect l="l" t="t" r="r" b="b"/>
              <a:pathLst>
                <a:path w="192115" h="245728">
                  <a:moveTo>
                    <a:pt x="0" y="0"/>
                  </a:moveTo>
                  <a:lnTo>
                    <a:pt x="192115" y="0"/>
                  </a:lnTo>
                  <a:lnTo>
                    <a:pt x="192115" y="245728"/>
                  </a:lnTo>
                  <a:lnTo>
                    <a:pt x="0" y="24572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9" name="TextBox 38">
            <a:extLst>
              <a:ext uri="{FF2B5EF4-FFF2-40B4-BE49-F238E27FC236}">
                <a16:creationId xmlns:a16="http://schemas.microsoft.com/office/drawing/2014/main" id="{9E9F03DF-CA94-B1FB-1154-E26297A91A28}"/>
              </a:ext>
            </a:extLst>
          </p:cNvPr>
          <p:cNvSpPr txBox="1"/>
          <p:nvPr/>
        </p:nvSpPr>
        <p:spPr>
          <a:xfrm>
            <a:off x="5299134" y="1495239"/>
            <a:ext cx="1828800" cy="1371600"/>
          </a:xfrm>
          <a:prstGeom prst="rect">
            <a:avLst/>
          </a:prstGeom>
          <a:noFill/>
        </p:spPr>
        <p:txBody>
          <a:bodyPr wrap="square" rtlCol="0">
            <a:noAutofit/>
          </a:bodyPr>
          <a:lstStyle/>
          <a:p>
            <a:pPr>
              <a:spcAft>
                <a:spcPts val="600"/>
              </a:spcAft>
              <a:defRPr/>
            </a:pPr>
            <a:r>
              <a:rPr kumimoji="0" lang="en-US" sz="1200" b="1" i="0" u="none" strike="noStrike" kern="1200" cap="none" spc="0" normalizeH="0" baseline="0" noProof="0" dirty="0">
                <a:ln>
                  <a:noFill/>
                </a:ln>
                <a:solidFill>
                  <a:prstClr val="white"/>
                </a:solidFill>
                <a:effectLst/>
                <a:uLnTx/>
                <a:uFillTx/>
                <a:latin typeface="Aptos" panose="02110004020202020204"/>
                <a:ea typeface="+mn-ea"/>
                <a:cs typeface="+mn-cs"/>
              </a:rPr>
              <a:t>Data Comprises...</a:t>
            </a:r>
          </a:p>
          <a:p>
            <a:pPr marL="171450" indent="-171450">
              <a:lnSpc>
                <a:spcPct val="120000"/>
              </a:lnSpc>
              <a:buFont typeface="Arial" panose="020B0604020202020204" pitchFamily="34" charset="0"/>
              <a:buChar char="•"/>
              <a:defRPr/>
            </a:pPr>
            <a:r>
              <a:rPr kumimoji="0" lang="en-US" sz="1100" b="0" i="0" u="none" strike="noStrike" kern="1200" cap="none" spc="0" normalizeH="0" baseline="0" noProof="0" dirty="0">
                <a:ln>
                  <a:noFill/>
                </a:ln>
                <a:solidFill>
                  <a:prstClr val="white"/>
                </a:solidFill>
                <a:effectLst/>
                <a:uLnTx/>
                <a:uFillTx/>
                <a:latin typeface="Aptos" panose="02110004020202020204"/>
                <a:ea typeface="+mn-ea"/>
                <a:cs typeface="+mn-cs"/>
              </a:rPr>
              <a:t>Billboard chart trends</a:t>
            </a:r>
          </a:p>
          <a:p>
            <a:pPr marL="171450" indent="-171450">
              <a:lnSpc>
                <a:spcPct val="120000"/>
              </a:lnSpc>
              <a:buFont typeface="Arial" panose="020B0604020202020204" pitchFamily="34" charset="0"/>
              <a:buChar char="•"/>
              <a:defRPr/>
            </a:pPr>
            <a:r>
              <a:rPr lang="en-US" sz="1100" dirty="0">
                <a:solidFill>
                  <a:prstClr val="white"/>
                </a:solidFill>
                <a:latin typeface="Aptos" panose="02110004020202020204"/>
              </a:rPr>
              <a:t>Audio features</a:t>
            </a:r>
          </a:p>
          <a:p>
            <a:pPr marL="171450" indent="-171450">
              <a:lnSpc>
                <a:spcPct val="120000"/>
              </a:lnSpc>
              <a:buFont typeface="Arial" panose="020B0604020202020204" pitchFamily="34" charset="0"/>
              <a:buChar char="•"/>
              <a:defRPr/>
            </a:pPr>
            <a:r>
              <a:rPr kumimoji="0" lang="en-US" sz="1100" b="0" i="0" u="none" strike="noStrike" kern="1200" cap="none" spc="0" normalizeH="0" baseline="0" noProof="0" dirty="0">
                <a:ln>
                  <a:noFill/>
                </a:ln>
                <a:solidFill>
                  <a:prstClr val="white"/>
                </a:solidFill>
                <a:effectLst/>
                <a:uLnTx/>
                <a:uFillTx/>
                <a:latin typeface="Aptos" panose="02110004020202020204"/>
                <a:ea typeface="+mn-ea"/>
                <a:cs typeface="+mn-cs"/>
              </a:rPr>
              <a:t>Spotify </a:t>
            </a:r>
            <a:r>
              <a:rPr lang="en-US" sz="1100" dirty="0">
                <a:solidFill>
                  <a:prstClr val="white"/>
                </a:solidFill>
                <a:latin typeface="Aptos" panose="02110004020202020204"/>
              </a:rPr>
              <a:t>metadata</a:t>
            </a:r>
          </a:p>
          <a:p>
            <a:pPr marL="171450" indent="-171450">
              <a:lnSpc>
                <a:spcPct val="120000"/>
              </a:lnSpc>
              <a:buFont typeface="Arial" panose="020B0604020202020204" pitchFamily="34" charset="0"/>
              <a:buChar char="•"/>
              <a:defRPr/>
            </a:pPr>
            <a:r>
              <a:rPr lang="en-US" sz="1100" dirty="0">
                <a:solidFill>
                  <a:prstClr val="white"/>
                </a:solidFill>
                <a:latin typeface="Aptos" panose="02110004020202020204"/>
              </a:rPr>
              <a:t>Engagement metrics</a:t>
            </a:r>
          </a:p>
          <a:p>
            <a:pPr>
              <a:defRPr/>
            </a:pPr>
            <a:endParaRPr kumimoji="0" lang="en-US" sz="11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3" name="Round Diagonal Corner Rectangle 52">
            <a:extLst>
              <a:ext uri="{FF2B5EF4-FFF2-40B4-BE49-F238E27FC236}">
                <a16:creationId xmlns:a16="http://schemas.microsoft.com/office/drawing/2014/main" id="{494AF865-91F0-5507-236E-83711EB589E0}"/>
              </a:ext>
            </a:extLst>
          </p:cNvPr>
          <p:cNvSpPr/>
          <p:nvPr/>
        </p:nvSpPr>
        <p:spPr>
          <a:xfrm>
            <a:off x="671303" y="3584638"/>
            <a:ext cx="5009320" cy="2560320"/>
          </a:xfrm>
          <a:prstGeom prst="round2DiagRect">
            <a:avLst/>
          </a:prstGeom>
          <a:solidFill>
            <a:schemeClr val="bg1">
              <a:lumMod val="50000"/>
              <a:alpha val="30000"/>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a:ln>
                <a:noFill/>
              </a:ln>
              <a:solidFill>
                <a:schemeClr val="bg1"/>
              </a:solidFill>
              <a:effectLst/>
              <a:uLnTx/>
              <a:uFillTx/>
              <a:latin typeface="Aptos" panose="02110004020202020204"/>
              <a:ea typeface="+mn-ea"/>
              <a:cs typeface="+mn-cs"/>
            </a:endParaRPr>
          </a:p>
        </p:txBody>
      </p:sp>
      <p:cxnSp>
        <p:nvCxnSpPr>
          <p:cNvPr id="54" name="Straight Connector 53">
            <a:extLst>
              <a:ext uri="{FF2B5EF4-FFF2-40B4-BE49-F238E27FC236}">
                <a16:creationId xmlns:a16="http://schemas.microsoft.com/office/drawing/2014/main" id="{8B925BB0-5C2E-7DEF-68B8-FAF6A59F570E}"/>
              </a:ext>
            </a:extLst>
          </p:cNvPr>
          <p:cNvCxnSpPr>
            <a:cxnSpLocks/>
          </p:cNvCxnSpPr>
          <p:nvPr/>
        </p:nvCxnSpPr>
        <p:spPr>
          <a:xfrm>
            <a:off x="3104843" y="3584638"/>
            <a:ext cx="0" cy="256032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5F4BDB6-4100-3AE0-0D5C-7625240283F0}"/>
              </a:ext>
            </a:extLst>
          </p:cNvPr>
          <p:cNvCxnSpPr>
            <a:stCxn id="53" idx="2"/>
            <a:endCxn id="53" idx="0"/>
          </p:cNvCxnSpPr>
          <p:nvPr/>
        </p:nvCxnSpPr>
        <p:spPr>
          <a:xfrm>
            <a:off x="671303" y="4864798"/>
            <a:ext cx="5009320" cy="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A73A83D9-9B23-CC63-4505-37F062B4EEC9}"/>
              </a:ext>
            </a:extLst>
          </p:cNvPr>
          <p:cNvSpPr txBox="1"/>
          <p:nvPr/>
        </p:nvSpPr>
        <p:spPr>
          <a:xfrm>
            <a:off x="764716" y="3652015"/>
            <a:ext cx="2337683" cy="1212783"/>
          </a:xfrm>
          <a:prstGeom prst="rect">
            <a:avLst/>
          </a:prstGeom>
          <a:noFill/>
        </p:spPr>
        <p:txBody>
          <a:bodyPr wrap="square" tIns="91440" rtlCol="0" anchor="t">
            <a:noAutofit/>
          </a:bodyPr>
          <a:lstStyle/>
          <a:p>
            <a:pPr lvl="0" algn="ctr">
              <a:spcAft>
                <a:spcPts val="600"/>
              </a:spcAft>
              <a:defRPr/>
            </a:pPr>
            <a:r>
              <a:rPr lang="en-US" sz="1100" b="1" dirty="0"/>
              <a:t>Problem Statement</a:t>
            </a:r>
            <a:endParaRPr kumimoji="0" lang="en-US" sz="1100" b="1" i="0" u="none" strike="noStrike" kern="1200" cap="none" spc="0" normalizeH="0" baseline="0" noProof="0" dirty="0">
              <a:ln>
                <a:noFill/>
              </a:ln>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effectLst/>
                <a:uLnTx/>
                <a:uFillTx/>
                <a:latin typeface="Aptos" panose="02110004020202020204"/>
                <a:ea typeface="+mn-ea"/>
                <a:cs typeface="+mn-cs"/>
              </a:rPr>
              <a:t>Can we predict hit potential of a song on the basis of </a:t>
            </a:r>
            <a:r>
              <a:rPr kumimoji="0" lang="en-US" sz="1100" i="0" u="none" strike="noStrike" kern="1200" cap="none" spc="0" normalizeH="0" baseline="0" noProof="0" dirty="0">
                <a:ln>
                  <a:noFill/>
                </a:ln>
                <a:effectLst/>
                <a:uLnTx/>
                <a:uFillTx/>
                <a:latin typeface="Aptos" panose="02110004020202020204"/>
                <a:ea typeface="+mn-ea"/>
                <a:cs typeface="+mn-cs"/>
              </a:rPr>
              <a:t>audio features</a:t>
            </a:r>
            <a:r>
              <a:rPr kumimoji="0" lang="en-US" sz="1100" b="0" i="0" u="none" strike="noStrike" kern="1200" cap="none" spc="0" normalizeH="0" baseline="0" noProof="0" dirty="0">
                <a:ln>
                  <a:noFill/>
                </a:ln>
                <a:effectLst/>
                <a:uLnTx/>
                <a:uFillTx/>
                <a:latin typeface="Aptos" panose="02110004020202020204"/>
                <a:ea typeface="+mn-ea"/>
                <a:cs typeface="+mn-cs"/>
              </a:rPr>
              <a:t>, </a:t>
            </a:r>
            <a:r>
              <a:rPr kumimoji="0" lang="en-US" sz="1100" i="0" u="none" strike="noStrike" kern="1200" cap="none" spc="0" normalizeH="0" baseline="0" noProof="0" dirty="0">
                <a:ln>
                  <a:noFill/>
                </a:ln>
                <a:effectLst/>
                <a:uLnTx/>
                <a:uFillTx/>
                <a:latin typeface="Aptos" panose="02110004020202020204"/>
                <a:ea typeface="+mn-ea"/>
                <a:cs typeface="+mn-cs"/>
              </a:rPr>
              <a:t>streaming platform metadata</a:t>
            </a:r>
            <a:r>
              <a:rPr kumimoji="0" lang="en-US" sz="1100" b="0" i="0" u="none" strike="noStrike" kern="1200" cap="none" spc="0" normalizeH="0" baseline="0" noProof="0" dirty="0">
                <a:ln>
                  <a:noFill/>
                </a:ln>
                <a:effectLst/>
                <a:uLnTx/>
                <a:uFillTx/>
                <a:latin typeface="Aptos" panose="02110004020202020204"/>
                <a:ea typeface="+mn-ea"/>
                <a:cs typeface="+mn-cs"/>
              </a:rPr>
              <a:t>, and social engagement?</a:t>
            </a:r>
          </a:p>
        </p:txBody>
      </p:sp>
      <p:sp>
        <p:nvSpPr>
          <p:cNvPr id="57" name="TextBox 56">
            <a:extLst>
              <a:ext uri="{FF2B5EF4-FFF2-40B4-BE49-F238E27FC236}">
                <a16:creationId xmlns:a16="http://schemas.microsoft.com/office/drawing/2014/main" id="{93B4DA09-0728-A2CD-57D0-320F23E1684C}"/>
              </a:ext>
            </a:extLst>
          </p:cNvPr>
          <p:cNvSpPr txBox="1"/>
          <p:nvPr/>
        </p:nvSpPr>
        <p:spPr>
          <a:xfrm>
            <a:off x="764716" y="4864798"/>
            <a:ext cx="2337683" cy="1212783"/>
          </a:xfrm>
          <a:prstGeom prst="rect">
            <a:avLst/>
          </a:prstGeom>
          <a:noFill/>
        </p:spPr>
        <p:txBody>
          <a:bodyPr wrap="square" tIns="91440" rtlCol="0" anchor="t">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Target Variable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Focal dependent variable: binary variable ‘</a:t>
            </a: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HIT</a:t>
            </a: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 indicating whether the song was a billboard hit.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solidFill>
                  <a:prstClr val="black"/>
                </a:solidFill>
                <a:latin typeface="Aptos" panose="02110004020202020204"/>
              </a:rPr>
              <a:t>1</a:t>
            </a:r>
            <a:r>
              <a:rPr lang="en-US" sz="1100" dirty="0">
                <a:solidFill>
                  <a:prstClr val="black"/>
                </a:solidFill>
                <a:latin typeface="Aptos" panose="02110004020202020204"/>
              </a:rPr>
              <a:t>: was a top 10 hit | </a:t>
            </a:r>
            <a:r>
              <a:rPr lang="en-US" sz="1100" b="1" dirty="0">
                <a:solidFill>
                  <a:prstClr val="black"/>
                </a:solidFill>
                <a:latin typeface="Aptos" panose="02110004020202020204"/>
              </a:rPr>
              <a:t>0:</a:t>
            </a:r>
            <a:r>
              <a:rPr lang="en-US" sz="1100" dirty="0">
                <a:solidFill>
                  <a:prstClr val="black"/>
                </a:solidFill>
                <a:latin typeface="Aptos" panose="02110004020202020204"/>
              </a:rPr>
              <a:t> Otherwise</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8" name="TextBox 57">
            <a:extLst>
              <a:ext uri="{FF2B5EF4-FFF2-40B4-BE49-F238E27FC236}">
                <a16:creationId xmlns:a16="http://schemas.microsoft.com/office/drawing/2014/main" id="{B856FD9E-EF4F-5D6E-426B-CC4A0812B66A}"/>
              </a:ext>
            </a:extLst>
          </p:cNvPr>
          <p:cNvSpPr txBox="1"/>
          <p:nvPr/>
        </p:nvSpPr>
        <p:spPr>
          <a:xfrm>
            <a:off x="3102398" y="3652015"/>
            <a:ext cx="2504655" cy="1212783"/>
          </a:xfrm>
          <a:prstGeom prst="rect">
            <a:avLst/>
          </a:prstGeom>
          <a:noFill/>
        </p:spPr>
        <p:txBody>
          <a:bodyPr wrap="square" tIns="91440" rtlCol="0" anchor="t">
            <a:noAutofit/>
          </a:bodyPr>
          <a:lstStyle/>
          <a:p>
            <a:pPr lvl="0" algn="ctr">
              <a:spcAft>
                <a:spcPts val="600"/>
              </a:spcAft>
              <a:defRPr/>
            </a:pPr>
            <a:r>
              <a:rPr lang="en-US" sz="1100" b="1" dirty="0"/>
              <a:t>Scope</a:t>
            </a:r>
            <a:r>
              <a:rPr lang="en-US" sz="1200" b="1" dirty="0"/>
              <a:t> </a:t>
            </a:r>
          </a:p>
          <a:p>
            <a:pPr lvl="0" algn="ctr">
              <a:spcAft>
                <a:spcPts val="600"/>
              </a:spcAft>
              <a:defRPr/>
            </a:pPr>
            <a:r>
              <a:rPr lang="en-US" sz="1100" dirty="0"/>
              <a:t>Supervised machine learning – classification models, Feature importance, Model assessment, &amp; Insights.</a:t>
            </a:r>
          </a:p>
        </p:txBody>
      </p:sp>
      <p:sp>
        <p:nvSpPr>
          <p:cNvPr id="59" name="TextBox 58">
            <a:extLst>
              <a:ext uri="{FF2B5EF4-FFF2-40B4-BE49-F238E27FC236}">
                <a16:creationId xmlns:a16="http://schemas.microsoft.com/office/drawing/2014/main" id="{D3DD9AB5-634B-5E67-50F3-246AC67E9425}"/>
              </a:ext>
            </a:extLst>
          </p:cNvPr>
          <p:cNvSpPr txBox="1"/>
          <p:nvPr/>
        </p:nvSpPr>
        <p:spPr>
          <a:xfrm>
            <a:off x="3102399" y="4864798"/>
            <a:ext cx="2504650" cy="1212783"/>
          </a:xfrm>
          <a:prstGeom prst="rect">
            <a:avLst/>
          </a:prstGeom>
          <a:noFill/>
        </p:spPr>
        <p:txBody>
          <a:bodyPr wrap="square" tIns="91440" rtlCol="0" anchor="t">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u="none" strike="noStrike" kern="1200" cap="none" spc="0" normalizeH="0" baseline="0" noProof="0" dirty="0">
                <a:ln>
                  <a:noFill/>
                </a:ln>
                <a:solidFill>
                  <a:prstClr val="black"/>
                </a:solidFill>
                <a:effectLst/>
                <a:uLnTx/>
                <a:uFillTx/>
                <a:latin typeface="Aptos" panose="02110004020202020204"/>
                <a:ea typeface="+mn-ea"/>
                <a:cs typeface="+mn-cs"/>
              </a:rPr>
              <a:t>Key Performance Indicator</a:t>
            </a:r>
          </a:p>
          <a:p>
            <a:pPr lvl="0" algn="ctr">
              <a:spcAft>
                <a:spcPts val="600"/>
              </a:spcAft>
              <a:defRPr/>
            </a:pPr>
            <a:r>
              <a:rPr lang="en-US" sz="1100" dirty="0"/>
              <a:t>Low Type I Error (&lt;10%) is critical to achieve because false positives lead to costly marketing spend on songs unlikely to succeed.</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0" name="Rounded Rectangle 59">
            <a:extLst>
              <a:ext uri="{FF2B5EF4-FFF2-40B4-BE49-F238E27FC236}">
                <a16:creationId xmlns:a16="http://schemas.microsoft.com/office/drawing/2014/main" id="{72BC571F-7645-D628-E349-1CDB02CA380B}"/>
              </a:ext>
            </a:extLst>
          </p:cNvPr>
          <p:cNvSpPr>
            <a:spLocks/>
          </p:cNvSpPr>
          <p:nvPr/>
        </p:nvSpPr>
        <p:spPr>
          <a:xfrm rot="5400000">
            <a:off x="8998131" y="1686055"/>
            <a:ext cx="640080" cy="4572000"/>
          </a:xfrm>
          <a:prstGeom prst="roundRect">
            <a:avLst>
              <a:gd name="adj" fmla="val 50000"/>
            </a:avLst>
          </a:prstGeom>
          <a:solidFill>
            <a:srgbClr val="15136E">
              <a:alpha val="29804"/>
            </a:srgb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solidFill>
                <a:schemeClr val="lt1"/>
              </a:solidFill>
            </a:endParaRPr>
          </a:p>
        </p:txBody>
      </p:sp>
      <p:sp>
        <p:nvSpPr>
          <p:cNvPr id="61" name="Freeform 60">
            <a:extLst>
              <a:ext uri="{FF2B5EF4-FFF2-40B4-BE49-F238E27FC236}">
                <a16:creationId xmlns:a16="http://schemas.microsoft.com/office/drawing/2014/main" id="{7E91109D-DD33-29EA-1A10-4346C41E497D}"/>
              </a:ext>
            </a:extLst>
          </p:cNvPr>
          <p:cNvSpPr>
            <a:spLocks noChangeAspect="1"/>
          </p:cNvSpPr>
          <p:nvPr/>
        </p:nvSpPr>
        <p:spPr>
          <a:xfrm>
            <a:off x="7115756" y="3716883"/>
            <a:ext cx="507998" cy="508000"/>
          </a:xfrm>
          <a:custGeom>
            <a:avLst/>
            <a:gdLst>
              <a:gd name="connsiteX0" fmla="*/ -589 w 2121173"/>
              <a:gd name="connsiteY0" fmla="*/ 1060463 h 2121173"/>
              <a:gd name="connsiteX1" fmla="*/ 1059906 w 2121173"/>
              <a:gd name="connsiteY1" fmla="*/ -216 h 2121173"/>
              <a:gd name="connsiteX2" fmla="*/ 2120585 w 2121173"/>
              <a:gd name="connsiteY2" fmla="*/ 1060278 h 2121173"/>
              <a:gd name="connsiteX3" fmla="*/ 1060091 w 2121173"/>
              <a:gd name="connsiteY3" fmla="*/ 2120958 h 2121173"/>
              <a:gd name="connsiteX4" fmla="*/ 1059906 w 2121173"/>
              <a:gd name="connsiteY4" fmla="*/ 2120958 h 2121173"/>
              <a:gd name="connsiteX5" fmla="*/ -589 w 2121173"/>
              <a:gd name="connsiteY5" fmla="*/ 1060463 h 212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1173" h="2121173">
                <a:moveTo>
                  <a:pt x="-589" y="1060463"/>
                </a:moveTo>
                <a:cubicBezTo>
                  <a:pt x="-635" y="474714"/>
                  <a:pt x="474157" y="-161"/>
                  <a:pt x="1059906" y="-216"/>
                </a:cubicBezTo>
                <a:cubicBezTo>
                  <a:pt x="1645609" y="-272"/>
                  <a:pt x="2120493" y="474529"/>
                  <a:pt x="2120585" y="1060278"/>
                </a:cubicBezTo>
                <a:cubicBezTo>
                  <a:pt x="2120678" y="1646027"/>
                  <a:pt x="1645794" y="2120902"/>
                  <a:pt x="1060091" y="2120958"/>
                </a:cubicBezTo>
                <a:cubicBezTo>
                  <a:pt x="1060026" y="2120958"/>
                  <a:pt x="1059971" y="2120958"/>
                  <a:pt x="1059906" y="2120958"/>
                </a:cubicBezTo>
                <a:cubicBezTo>
                  <a:pt x="474212" y="2120958"/>
                  <a:pt x="-589" y="1646157"/>
                  <a:pt x="-589" y="1060463"/>
                </a:cubicBezTo>
                <a:close/>
              </a:path>
            </a:pathLst>
          </a:custGeom>
          <a:solidFill>
            <a:srgbClr val="FFFFFF"/>
          </a:solidFill>
          <a:ln w="9243" cap="flat">
            <a:noFill/>
            <a:prstDash val="solid"/>
            <a:miter/>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62" name="TextBox 61">
            <a:extLst>
              <a:ext uri="{FF2B5EF4-FFF2-40B4-BE49-F238E27FC236}">
                <a16:creationId xmlns:a16="http://schemas.microsoft.com/office/drawing/2014/main" id="{CB2579DE-90F3-FC91-617B-61E04BA34A25}"/>
              </a:ext>
            </a:extLst>
          </p:cNvPr>
          <p:cNvSpPr txBox="1"/>
          <p:nvPr/>
        </p:nvSpPr>
        <p:spPr>
          <a:xfrm>
            <a:off x="7707339" y="3716882"/>
            <a:ext cx="3736315" cy="508001"/>
          </a:xfrm>
          <a:prstGeom prst="rect">
            <a:avLst/>
          </a:prstGeom>
          <a:noFill/>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effectLst/>
                <a:uLnTx/>
                <a:uFillTx/>
                <a:latin typeface="Aptos" panose="02110004020202020204"/>
                <a:ea typeface="+mn-ea"/>
                <a:cs typeface="+mn-cs"/>
              </a:rPr>
              <a:t>Music discovery overload: </a:t>
            </a:r>
            <a:r>
              <a:rPr kumimoji="0" lang="en-US" sz="1100" b="0" i="0" u="none" strike="noStrike" kern="1200" cap="none" spc="0" normalizeH="0" baseline="0" noProof="0" dirty="0">
                <a:ln>
                  <a:noFill/>
                </a:ln>
                <a:effectLst/>
                <a:uLnTx/>
                <a:uFillTx/>
                <a:latin typeface="Aptos" panose="02110004020202020204"/>
                <a:ea typeface="+mn-ea"/>
                <a:cs typeface="+mn-cs"/>
              </a:rPr>
              <a:t>100K+ songs released daily;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effectLst/>
                <a:uLnTx/>
                <a:uFillTx/>
                <a:latin typeface="Aptos" panose="02110004020202020204"/>
                <a:ea typeface="+mn-ea"/>
                <a:cs typeface="+mn-cs"/>
              </a:rPr>
              <a:t>&lt; 0.01% make Billboard Top 10 </a:t>
            </a:r>
          </a:p>
        </p:txBody>
      </p:sp>
      <p:pic>
        <p:nvPicPr>
          <p:cNvPr id="70" name="Graphic 69" descr="Research with solid fill">
            <a:extLst>
              <a:ext uri="{FF2B5EF4-FFF2-40B4-BE49-F238E27FC236}">
                <a16:creationId xmlns:a16="http://schemas.microsoft.com/office/drawing/2014/main" id="{60D23CC2-B88C-210E-43C9-DA475FFF111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23230" y="3833722"/>
            <a:ext cx="274320" cy="274320"/>
          </a:xfrm>
          <a:prstGeom prst="rect">
            <a:avLst/>
          </a:prstGeom>
        </p:spPr>
      </p:pic>
      <p:sp>
        <p:nvSpPr>
          <p:cNvPr id="63" name="Rounded Rectangle 62">
            <a:extLst>
              <a:ext uri="{FF2B5EF4-FFF2-40B4-BE49-F238E27FC236}">
                <a16:creationId xmlns:a16="http://schemas.microsoft.com/office/drawing/2014/main" id="{ECACAF0F-7C7C-3663-3C87-200A2E5980AA}"/>
              </a:ext>
            </a:extLst>
          </p:cNvPr>
          <p:cNvSpPr>
            <a:spLocks/>
          </p:cNvSpPr>
          <p:nvPr/>
        </p:nvSpPr>
        <p:spPr>
          <a:xfrm rot="5400000">
            <a:off x="8996908" y="2532603"/>
            <a:ext cx="640080" cy="4572000"/>
          </a:xfrm>
          <a:prstGeom prst="roundRect">
            <a:avLst>
              <a:gd name="adj" fmla="val 50000"/>
            </a:avLst>
          </a:prstGeom>
          <a:solidFill>
            <a:srgbClr val="15136E">
              <a:alpha val="29804"/>
            </a:srgb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solidFill>
                <a:schemeClr val="lt1"/>
              </a:solidFill>
            </a:endParaRPr>
          </a:p>
        </p:txBody>
      </p:sp>
      <p:sp>
        <p:nvSpPr>
          <p:cNvPr id="64" name="Freeform 63">
            <a:extLst>
              <a:ext uri="{FF2B5EF4-FFF2-40B4-BE49-F238E27FC236}">
                <a16:creationId xmlns:a16="http://schemas.microsoft.com/office/drawing/2014/main" id="{8C2681C5-2CE4-CB63-9227-1E59949970FA}"/>
              </a:ext>
            </a:extLst>
          </p:cNvPr>
          <p:cNvSpPr>
            <a:spLocks noChangeAspect="1"/>
          </p:cNvSpPr>
          <p:nvPr/>
        </p:nvSpPr>
        <p:spPr>
          <a:xfrm>
            <a:off x="7114533" y="4563431"/>
            <a:ext cx="507998" cy="508000"/>
          </a:xfrm>
          <a:custGeom>
            <a:avLst/>
            <a:gdLst>
              <a:gd name="connsiteX0" fmla="*/ -589 w 2121173"/>
              <a:gd name="connsiteY0" fmla="*/ 1060463 h 2121173"/>
              <a:gd name="connsiteX1" fmla="*/ 1059906 w 2121173"/>
              <a:gd name="connsiteY1" fmla="*/ -216 h 2121173"/>
              <a:gd name="connsiteX2" fmla="*/ 2120585 w 2121173"/>
              <a:gd name="connsiteY2" fmla="*/ 1060278 h 2121173"/>
              <a:gd name="connsiteX3" fmla="*/ 1060091 w 2121173"/>
              <a:gd name="connsiteY3" fmla="*/ 2120958 h 2121173"/>
              <a:gd name="connsiteX4" fmla="*/ 1059906 w 2121173"/>
              <a:gd name="connsiteY4" fmla="*/ 2120958 h 2121173"/>
              <a:gd name="connsiteX5" fmla="*/ -589 w 2121173"/>
              <a:gd name="connsiteY5" fmla="*/ 1060463 h 212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1173" h="2121173">
                <a:moveTo>
                  <a:pt x="-589" y="1060463"/>
                </a:moveTo>
                <a:cubicBezTo>
                  <a:pt x="-635" y="474714"/>
                  <a:pt x="474157" y="-161"/>
                  <a:pt x="1059906" y="-216"/>
                </a:cubicBezTo>
                <a:cubicBezTo>
                  <a:pt x="1645609" y="-272"/>
                  <a:pt x="2120493" y="474529"/>
                  <a:pt x="2120585" y="1060278"/>
                </a:cubicBezTo>
                <a:cubicBezTo>
                  <a:pt x="2120678" y="1646027"/>
                  <a:pt x="1645794" y="2120902"/>
                  <a:pt x="1060091" y="2120958"/>
                </a:cubicBezTo>
                <a:cubicBezTo>
                  <a:pt x="1060026" y="2120958"/>
                  <a:pt x="1059971" y="2120958"/>
                  <a:pt x="1059906" y="2120958"/>
                </a:cubicBezTo>
                <a:cubicBezTo>
                  <a:pt x="474212" y="2120958"/>
                  <a:pt x="-589" y="1646157"/>
                  <a:pt x="-589" y="1060463"/>
                </a:cubicBezTo>
                <a:close/>
              </a:path>
            </a:pathLst>
          </a:custGeom>
          <a:solidFill>
            <a:srgbClr val="FFFFFF"/>
          </a:solidFill>
          <a:ln w="9243" cap="flat">
            <a:noFill/>
            <a:prstDash val="solid"/>
            <a:miter/>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65" name="TextBox 64">
            <a:extLst>
              <a:ext uri="{FF2B5EF4-FFF2-40B4-BE49-F238E27FC236}">
                <a16:creationId xmlns:a16="http://schemas.microsoft.com/office/drawing/2014/main" id="{4692B1B0-35E1-7382-2819-664DDB470A48}"/>
              </a:ext>
            </a:extLst>
          </p:cNvPr>
          <p:cNvSpPr txBox="1"/>
          <p:nvPr/>
        </p:nvSpPr>
        <p:spPr>
          <a:xfrm>
            <a:off x="7706116" y="4563430"/>
            <a:ext cx="3736315" cy="508001"/>
          </a:xfrm>
          <a:prstGeom prst="rect">
            <a:avLst/>
          </a:prstGeom>
          <a:noFill/>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effectLst/>
                <a:uLnTx/>
                <a:uFillTx/>
                <a:latin typeface="Aptos" panose="02110004020202020204"/>
                <a:ea typeface="+mn-ea"/>
                <a:cs typeface="+mn-cs"/>
              </a:rPr>
              <a:t>From intuition to intelligence: </a:t>
            </a:r>
            <a:r>
              <a:rPr kumimoji="0" lang="en-US" sz="1100" b="0" i="0" u="none" strike="noStrike" kern="1200" cap="none" spc="0" normalizeH="0" baseline="0" noProof="0" dirty="0">
                <a:ln>
                  <a:noFill/>
                </a:ln>
                <a:effectLst/>
                <a:uLnTx/>
                <a:uFillTx/>
                <a:latin typeface="Aptos" panose="02110004020202020204"/>
                <a:ea typeface="+mn-ea"/>
                <a:cs typeface="+mn-cs"/>
              </a:rPr>
              <a:t>AI and analytics guide A&amp;R and marketing decisions</a:t>
            </a:r>
          </a:p>
        </p:txBody>
      </p:sp>
      <p:pic>
        <p:nvPicPr>
          <p:cNvPr id="72" name="Graphic 71" descr="Illustrator with solid fill">
            <a:extLst>
              <a:ext uri="{FF2B5EF4-FFF2-40B4-BE49-F238E27FC236}">
                <a16:creationId xmlns:a16="http://schemas.microsoft.com/office/drawing/2014/main" id="{6C4D07A7-47C3-8984-2951-57C97AB4403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231372" y="4680270"/>
            <a:ext cx="274320" cy="274320"/>
          </a:xfrm>
          <a:prstGeom prst="rect">
            <a:avLst/>
          </a:prstGeom>
        </p:spPr>
      </p:pic>
      <p:sp>
        <p:nvSpPr>
          <p:cNvPr id="66" name="Rounded Rectangle 65">
            <a:extLst>
              <a:ext uri="{FF2B5EF4-FFF2-40B4-BE49-F238E27FC236}">
                <a16:creationId xmlns:a16="http://schemas.microsoft.com/office/drawing/2014/main" id="{E2D3B2F8-BFB3-9441-1C55-9084F5A1EDA8}"/>
              </a:ext>
            </a:extLst>
          </p:cNvPr>
          <p:cNvSpPr>
            <a:spLocks/>
          </p:cNvSpPr>
          <p:nvPr/>
        </p:nvSpPr>
        <p:spPr>
          <a:xfrm rot="5400000">
            <a:off x="8996908" y="3377467"/>
            <a:ext cx="640080" cy="4572000"/>
          </a:xfrm>
          <a:prstGeom prst="roundRect">
            <a:avLst>
              <a:gd name="adj" fmla="val 50000"/>
            </a:avLst>
          </a:prstGeom>
          <a:solidFill>
            <a:srgbClr val="15136E">
              <a:alpha val="29804"/>
            </a:srgb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a:p>
        </p:txBody>
      </p:sp>
      <p:sp>
        <p:nvSpPr>
          <p:cNvPr id="67" name="Freeform 66">
            <a:extLst>
              <a:ext uri="{FF2B5EF4-FFF2-40B4-BE49-F238E27FC236}">
                <a16:creationId xmlns:a16="http://schemas.microsoft.com/office/drawing/2014/main" id="{CF825D93-BFED-1FB6-B437-F53965AEA2E0}"/>
              </a:ext>
            </a:extLst>
          </p:cNvPr>
          <p:cNvSpPr>
            <a:spLocks noChangeAspect="1"/>
          </p:cNvSpPr>
          <p:nvPr/>
        </p:nvSpPr>
        <p:spPr>
          <a:xfrm>
            <a:off x="7114533" y="5408295"/>
            <a:ext cx="507998" cy="508000"/>
          </a:xfrm>
          <a:custGeom>
            <a:avLst/>
            <a:gdLst>
              <a:gd name="connsiteX0" fmla="*/ -589 w 2121173"/>
              <a:gd name="connsiteY0" fmla="*/ 1060463 h 2121173"/>
              <a:gd name="connsiteX1" fmla="*/ 1059906 w 2121173"/>
              <a:gd name="connsiteY1" fmla="*/ -216 h 2121173"/>
              <a:gd name="connsiteX2" fmla="*/ 2120585 w 2121173"/>
              <a:gd name="connsiteY2" fmla="*/ 1060278 h 2121173"/>
              <a:gd name="connsiteX3" fmla="*/ 1060091 w 2121173"/>
              <a:gd name="connsiteY3" fmla="*/ 2120958 h 2121173"/>
              <a:gd name="connsiteX4" fmla="*/ 1059906 w 2121173"/>
              <a:gd name="connsiteY4" fmla="*/ 2120958 h 2121173"/>
              <a:gd name="connsiteX5" fmla="*/ -589 w 2121173"/>
              <a:gd name="connsiteY5" fmla="*/ 1060463 h 212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1173" h="2121173">
                <a:moveTo>
                  <a:pt x="-589" y="1060463"/>
                </a:moveTo>
                <a:cubicBezTo>
                  <a:pt x="-635" y="474714"/>
                  <a:pt x="474157" y="-161"/>
                  <a:pt x="1059906" y="-216"/>
                </a:cubicBezTo>
                <a:cubicBezTo>
                  <a:pt x="1645609" y="-272"/>
                  <a:pt x="2120493" y="474529"/>
                  <a:pt x="2120585" y="1060278"/>
                </a:cubicBezTo>
                <a:cubicBezTo>
                  <a:pt x="2120678" y="1646027"/>
                  <a:pt x="1645794" y="2120902"/>
                  <a:pt x="1060091" y="2120958"/>
                </a:cubicBezTo>
                <a:cubicBezTo>
                  <a:pt x="1060026" y="2120958"/>
                  <a:pt x="1059971" y="2120958"/>
                  <a:pt x="1059906" y="2120958"/>
                </a:cubicBezTo>
                <a:cubicBezTo>
                  <a:pt x="474212" y="2120958"/>
                  <a:pt x="-589" y="1646157"/>
                  <a:pt x="-589" y="1060463"/>
                </a:cubicBezTo>
                <a:close/>
              </a:path>
            </a:pathLst>
          </a:custGeom>
          <a:solidFill>
            <a:srgbClr val="FFFFFF"/>
          </a:solidFill>
          <a:ln w="9243" cap="flat">
            <a:noFill/>
            <a:prstDash val="solid"/>
            <a:miter/>
          </a:ln>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prstClr val="black"/>
              </a:solidFill>
              <a:effectLst/>
              <a:uLnTx/>
              <a:uFillTx/>
              <a:latin typeface="Aptos" panose="02110004020202020204"/>
              <a:ea typeface="+mn-ea"/>
              <a:cs typeface="+mn-cs"/>
            </a:endParaRPr>
          </a:p>
        </p:txBody>
      </p:sp>
      <p:sp>
        <p:nvSpPr>
          <p:cNvPr id="68" name="TextBox 67">
            <a:extLst>
              <a:ext uri="{FF2B5EF4-FFF2-40B4-BE49-F238E27FC236}">
                <a16:creationId xmlns:a16="http://schemas.microsoft.com/office/drawing/2014/main" id="{FCD7FFB3-3088-19D7-ED41-BD34C860BFD6}"/>
              </a:ext>
            </a:extLst>
          </p:cNvPr>
          <p:cNvSpPr txBox="1"/>
          <p:nvPr/>
        </p:nvSpPr>
        <p:spPr>
          <a:xfrm>
            <a:off x="7706116" y="5408294"/>
            <a:ext cx="3736315" cy="508001"/>
          </a:xfrm>
          <a:prstGeom prst="rect">
            <a:avLst/>
          </a:prstGeom>
          <a:noFill/>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effectLst/>
                <a:uLnTx/>
                <a:uFillTx/>
                <a:latin typeface="Aptos" panose="02110004020202020204"/>
                <a:ea typeface="+mn-ea"/>
                <a:cs typeface="+mn-cs"/>
              </a:rPr>
              <a:t>Finance decisions: </a:t>
            </a:r>
            <a:r>
              <a:rPr kumimoji="0" lang="en-US" sz="1100" b="0" i="0" u="none" strike="noStrike" kern="1200" cap="none" spc="0" normalizeH="0" baseline="0" noProof="0" dirty="0">
                <a:ln>
                  <a:noFill/>
                </a:ln>
                <a:effectLst/>
                <a:uLnTx/>
                <a:uFillTx/>
                <a:latin typeface="Aptos" panose="02110004020202020204"/>
                <a:ea typeface="+mn-ea"/>
                <a:cs typeface="+mn-cs"/>
              </a:rPr>
              <a:t>Early hit prediction optimizes promotion, reduces spend, guides investments, boost ROI</a:t>
            </a:r>
          </a:p>
        </p:txBody>
      </p:sp>
      <p:pic>
        <p:nvPicPr>
          <p:cNvPr id="74" name="Graphic 73" descr="Upward trend with solid fill">
            <a:extLst>
              <a:ext uri="{FF2B5EF4-FFF2-40B4-BE49-F238E27FC236}">
                <a16:creationId xmlns:a16="http://schemas.microsoft.com/office/drawing/2014/main" id="{2E530B11-B96D-33CE-2130-C9B40D80D38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223230" y="5525134"/>
            <a:ext cx="274320" cy="274320"/>
          </a:xfrm>
          <a:prstGeom prst="rect">
            <a:avLst/>
          </a:prstGeom>
        </p:spPr>
      </p:pic>
    </p:spTree>
    <p:extLst>
      <p:ext uri="{BB962C8B-B14F-4D97-AF65-F5344CB8AC3E}">
        <p14:creationId xmlns:p14="http://schemas.microsoft.com/office/powerpoint/2010/main" val="3292259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14FD-F68B-D6AB-DBFF-6BED6AFA702C}"/>
              </a:ext>
            </a:extLst>
          </p:cNvPr>
          <p:cNvSpPr>
            <a:spLocks noGrp="1"/>
          </p:cNvSpPr>
          <p:nvPr>
            <p:ph type="title"/>
          </p:nvPr>
        </p:nvSpPr>
        <p:spPr/>
        <p:txBody>
          <a:bodyPr/>
          <a:lstStyle/>
          <a:p>
            <a:r>
              <a:rPr lang="en-US" dirty="0"/>
              <a:t>Approach &amp; Methodology</a:t>
            </a:r>
          </a:p>
        </p:txBody>
      </p:sp>
      <p:sp>
        <p:nvSpPr>
          <p:cNvPr id="8" name="Rounded Rectangle 7">
            <a:extLst>
              <a:ext uri="{FF2B5EF4-FFF2-40B4-BE49-F238E27FC236}">
                <a16:creationId xmlns:a16="http://schemas.microsoft.com/office/drawing/2014/main" id="{A2A9BDBC-E0EC-CF66-3B10-CC24D783F09A}"/>
              </a:ext>
            </a:extLst>
          </p:cNvPr>
          <p:cNvSpPr/>
          <p:nvPr/>
        </p:nvSpPr>
        <p:spPr>
          <a:xfrm>
            <a:off x="838200" y="2179151"/>
            <a:ext cx="1463040" cy="822960"/>
          </a:xfrm>
          <a:prstGeom prst="roundRect">
            <a:avLst/>
          </a:prstGeom>
          <a:solidFill>
            <a:schemeClr val="accent6">
              <a:alpha val="30000"/>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Data Exploration &amp; Pre-processing</a:t>
            </a:r>
          </a:p>
        </p:txBody>
      </p:sp>
      <p:sp>
        <p:nvSpPr>
          <p:cNvPr id="9" name="Right Arrow 8">
            <a:extLst>
              <a:ext uri="{FF2B5EF4-FFF2-40B4-BE49-F238E27FC236}">
                <a16:creationId xmlns:a16="http://schemas.microsoft.com/office/drawing/2014/main" id="{00B9B859-7364-49DA-0B66-A6CD726F5BD7}"/>
              </a:ext>
            </a:extLst>
          </p:cNvPr>
          <p:cNvSpPr/>
          <p:nvPr/>
        </p:nvSpPr>
        <p:spPr>
          <a:xfrm>
            <a:off x="2408475" y="2473985"/>
            <a:ext cx="274320" cy="22860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1" name="Rounded Rectangle 10">
            <a:extLst>
              <a:ext uri="{FF2B5EF4-FFF2-40B4-BE49-F238E27FC236}">
                <a16:creationId xmlns:a16="http://schemas.microsoft.com/office/drawing/2014/main" id="{5F968B8E-6513-2ED7-5E8B-EFEEDF8CFC56}"/>
              </a:ext>
            </a:extLst>
          </p:cNvPr>
          <p:cNvSpPr/>
          <p:nvPr/>
        </p:nvSpPr>
        <p:spPr>
          <a:xfrm>
            <a:off x="2790030" y="2176805"/>
            <a:ext cx="1463040" cy="822960"/>
          </a:xfrm>
          <a:prstGeom prst="roundRect">
            <a:avLst/>
          </a:prstGeom>
          <a:solidFill>
            <a:schemeClr val="accent6">
              <a:alpha val="30000"/>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Exploratory Data Analysis</a:t>
            </a:r>
          </a:p>
        </p:txBody>
      </p:sp>
      <p:sp>
        <p:nvSpPr>
          <p:cNvPr id="12" name="Right Arrow 11">
            <a:extLst>
              <a:ext uri="{FF2B5EF4-FFF2-40B4-BE49-F238E27FC236}">
                <a16:creationId xmlns:a16="http://schemas.microsoft.com/office/drawing/2014/main" id="{D6D2B121-E41A-1E2F-51B9-0058D6C9C944}"/>
              </a:ext>
            </a:extLst>
          </p:cNvPr>
          <p:cNvSpPr/>
          <p:nvPr/>
        </p:nvSpPr>
        <p:spPr>
          <a:xfrm>
            <a:off x="4360305" y="2461335"/>
            <a:ext cx="274320" cy="22860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3" name="Rounded Rectangle 12">
            <a:extLst>
              <a:ext uri="{FF2B5EF4-FFF2-40B4-BE49-F238E27FC236}">
                <a16:creationId xmlns:a16="http://schemas.microsoft.com/office/drawing/2014/main" id="{87ED52BF-A0FE-BA8F-B6EC-224DE10AC836}"/>
              </a:ext>
            </a:extLst>
          </p:cNvPr>
          <p:cNvSpPr/>
          <p:nvPr/>
        </p:nvSpPr>
        <p:spPr>
          <a:xfrm>
            <a:off x="4736703" y="2176805"/>
            <a:ext cx="1463040" cy="822960"/>
          </a:xfrm>
          <a:prstGeom prst="roundRect">
            <a:avLst/>
          </a:prstGeom>
          <a:solidFill>
            <a:schemeClr val="accent5">
              <a:lumMod val="75000"/>
              <a:alpha val="30000"/>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Feature Engineering</a:t>
            </a:r>
          </a:p>
        </p:txBody>
      </p:sp>
      <p:sp>
        <p:nvSpPr>
          <p:cNvPr id="14" name="Rounded Rectangle 13">
            <a:extLst>
              <a:ext uri="{FF2B5EF4-FFF2-40B4-BE49-F238E27FC236}">
                <a16:creationId xmlns:a16="http://schemas.microsoft.com/office/drawing/2014/main" id="{F76E8CE8-7D04-4E44-475A-074D18165E72}"/>
              </a:ext>
            </a:extLst>
          </p:cNvPr>
          <p:cNvSpPr/>
          <p:nvPr/>
        </p:nvSpPr>
        <p:spPr>
          <a:xfrm>
            <a:off x="6678219" y="2164155"/>
            <a:ext cx="1463040" cy="822960"/>
          </a:xfrm>
          <a:prstGeom prst="roundRect">
            <a:avLst/>
          </a:prstGeom>
          <a:solidFill>
            <a:schemeClr val="accent5">
              <a:lumMod val="75000"/>
              <a:alpha val="30000"/>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Feature Selection</a:t>
            </a:r>
          </a:p>
        </p:txBody>
      </p:sp>
      <p:sp>
        <p:nvSpPr>
          <p:cNvPr id="15" name="Right Arrow 14">
            <a:extLst>
              <a:ext uri="{FF2B5EF4-FFF2-40B4-BE49-F238E27FC236}">
                <a16:creationId xmlns:a16="http://schemas.microsoft.com/office/drawing/2014/main" id="{E098CB70-F0D4-47DC-B3C5-8A93035BC1A1}"/>
              </a:ext>
            </a:extLst>
          </p:cNvPr>
          <p:cNvSpPr/>
          <p:nvPr/>
        </p:nvSpPr>
        <p:spPr>
          <a:xfrm>
            <a:off x="6301821" y="2473985"/>
            <a:ext cx="274320" cy="22860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6" name="Rounded Rectangle 15">
            <a:extLst>
              <a:ext uri="{FF2B5EF4-FFF2-40B4-BE49-F238E27FC236}">
                <a16:creationId xmlns:a16="http://schemas.microsoft.com/office/drawing/2014/main" id="{D1FC75BE-924B-FA85-78F4-4200C6391AB5}"/>
              </a:ext>
            </a:extLst>
          </p:cNvPr>
          <p:cNvSpPr/>
          <p:nvPr/>
        </p:nvSpPr>
        <p:spPr>
          <a:xfrm>
            <a:off x="8630049" y="2176805"/>
            <a:ext cx="1463040" cy="822960"/>
          </a:xfrm>
          <a:prstGeom prst="roundRect">
            <a:avLst/>
          </a:prstGeom>
          <a:solidFill>
            <a:srgbClr val="15136E">
              <a:alpha val="30000"/>
            </a:srgb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Predictive Modelling</a:t>
            </a:r>
          </a:p>
        </p:txBody>
      </p:sp>
      <p:sp>
        <p:nvSpPr>
          <p:cNvPr id="17" name="Right Arrow 16">
            <a:extLst>
              <a:ext uri="{FF2B5EF4-FFF2-40B4-BE49-F238E27FC236}">
                <a16:creationId xmlns:a16="http://schemas.microsoft.com/office/drawing/2014/main" id="{B0503195-D563-51FD-8D0A-7883630D43CA}"/>
              </a:ext>
            </a:extLst>
          </p:cNvPr>
          <p:cNvSpPr/>
          <p:nvPr/>
        </p:nvSpPr>
        <p:spPr>
          <a:xfrm>
            <a:off x="8243337" y="2473985"/>
            <a:ext cx="274320" cy="22860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8" name="Right Arrow 17">
            <a:extLst>
              <a:ext uri="{FF2B5EF4-FFF2-40B4-BE49-F238E27FC236}">
                <a16:creationId xmlns:a16="http://schemas.microsoft.com/office/drawing/2014/main" id="{9FBEE817-E771-C476-1287-25DB11F1C590}"/>
              </a:ext>
            </a:extLst>
          </p:cNvPr>
          <p:cNvSpPr/>
          <p:nvPr/>
        </p:nvSpPr>
        <p:spPr>
          <a:xfrm>
            <a:off x="10205481" y="2473985"/>
            <a:ext cx="274320" cy="22860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9" name="Rounded Rectangle 18">
            <a:extLst>
              <a:ext uri="{FF2B5EF4-FFF2-40B4-BE49-F238E27FC236}">
                <a16:creationId xmlns:a16="http://schemas.microsoft.com/office/drawing/2014/main" id="{14AA3369-2F6F-3479-F3F3-221087DA3CD8}"/>
              </a:ext>
            </a:extLst>
          </p:cNvPr>
          <p:cNvSpPr/>
          <p:nvPr/>
        </p:nvSpPr>
        <p:spPr>
          <a:xfrm>
            <a:off x="10566408" y="2176805"/>
            <a:ext cx="1463040" cy="822960"/>
          </a:xfrm>
          <a:prstGeom prst="roundRect">
            <a:avLst/>
          </a:prstGeom>
          <a:solidFill>
            <a:srgbClr val="15136E">
              <a:alpha val="30000"/>
            </a:srgb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Insights</a:t>
            </a:r>
          </a:p>
        </p:txBody>
      </p:sp>
      <p:sp>
        <p:nvSpPr>
          <p:cNvPr id="20" name="Round Diagonal Corner Rectangle 19">
            <a:hlinkClick r:id="rId2" action="ppaction://hlinksldjump"/>
            <a:extLst>
              <a:ext uri="{FF2B5EF4-FFF2-40B4-BE49-F238E27FC236}">
                <a16:creationId xmlns:a16="http://schemas.microsoft.com/office/drawing/2014/main" id="{50ED359D-5C7D-3433-E71F-59D6550F7024}"/>
              </a:ext>
            </a:extLst>
          </p:cNvPr>
          <p:cNvSpPr/>
          <p:nvPr/>
        </p:nvSpPr>
        <p:spPr>
          <a:xfrm>
            <a:off x="838199" y="3855890"/>
            <a:ext cx="3414871" cy="1529648"/>
          </a:xfrm>
          <a:prstGeom prst="round2DiagRect">
            <a:avLst/>
          </a:prstGeom>
          <a:solidFill>
            <a:schemeClr val="accent6">
              <a:alpha val="29804"/>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Aft>
                <a:spcPts val="600"/>
              </a:spcAft>
              <a:buFont typeface="Arial" panose="020B0604020202020204" pitchFamily="34" charset="0"/>
              <a:buChar char="•"/>
            </a:pPr>
            <a:r>
              <a:rPr lang="en-US" sz="1100" dirty="0">
                <a:solidFill>
                  <a:schemeClr val="tx1"/>
                </a:solidFill>
              </a:rPr>
              <a:t>Data inspection, clean up, merging, duplicate removal, missing-value handling</a:t>
            </a:r>
          </a:p>
          <a:p>
            <a:pPr marL="171450" indent="-171450">
              <a:spcAft>
                <a:spcPts val="600"/>
              </a:spcAft>
              <a:buFont typeface="Arial" panose="020B0604020202020204" pitchFamily="34" charset="0"/>
              <a:buChar char="•"/>
            </a:pPr>
            <a:r>
              <a:rPr lang="en-US" sz="1100" dirty="0">
                <a:solidFill>
                  <a:schemeClr val="tx1"/>
                </a:solidFill>
              </a:rPr>
              <a:t>Summary statistics, data distribution, outlier treatment, pattern and trend identification.</a:t>
            </a:r>
          </a:p>
        </p:txBody>
      </p:sp>
      <p:sp>
        <p:nvSpPr>
          <p:cNvPr id="21" name="Round Diagonal Corner Rectangle 20">
            <a:hlinkClick r:id="rId2" action="ppaction://hlinksldjump"/>
            <a:extLst>
              <a:ext uri="{FF2B5EF4-FFF2-40B4-BE49-F238E27FC236}">
                <a16:creationId xmlns:a16="http://schemas.microsoft.com/office/drawing/2014/main" id="{7ACBF9F8-1FDB-D343-42C4-B5A92260677D}"/>
              </a:ext>
            </a:extLst>
          </p:cNvPr>
          <p:cNvSpPr/>
          <p:nvPr/>
        </p:nvSpPr>
        <p:spPr>
          <a:xfrm>
            <a:off x="4736703" y="3855890"/>
            <a:ext cx="3404556" cy="1529648"/>
          </a:xfrm>
          <a:prstGeom prst="round2DiagRect">
            <a:avLst/>
          </a:prstGeom>
          <a:solidFill>
            <a:schemeClr val="accent5">
              <a:alpha val="29804"/>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Aft>
                <a:spcPts val="600"/>
              </a:spcAft>
              <a:buFont typeface="Arial" panose="020B0604020202020204" pitchFamily="34" charset="0"/>
              <a:buChar char="•"/>
            </a:pPr>
            <a:r>
              <a:rPr lang="en-US" sz="1100" dirty="0">
                <a:solidFill>
                  <a:schemeClr val="tx1"/>
                </a:solidFill>
              </a:rPr>
              <a:t>Feature extraction, log transformation of skewed distributions, feature encoding.</a:t>
            </a:r>
          </a:p>
          <a:p>
            <a:pPr marL="171450" indent="-171450">
              <a:spcAft>
                <a:spcPts val="600"/>
              </a:spcAft>
              <a:buFont typeface="Arial" panose="020B0604020202020204" pitchFamily="34" charset="0"/>
              <a:buChar char="•"/>
            </a:pPr>
            <a:r>
              <a:rPr lang="en-US" sz="1100" dirty="0">
                <a:solidFill>
                  <a:schemeClr val="tx1"/>
                </a:solidFill>
              </a:rPr>
              <a:t>Handle irrelevant and high cardinality features, target leakage, Decision Tree feature importance based feature selection.</a:t>
            </a:r>
          </a:p>
        </p:txBody>
      </p:sp>
      <p:sp>
        <p:nvSpPr>
          <p:cNvPr id="22" name="Round Diagonal Corner Rectangle 21">
            <a:hlinkClick r:id="rId2" action="ppaction://hlinksldjump"/>
            <a:extLst>
              <a:ext uri="{FF2B5EF4-FFF2-40B4-BE49-F238E27FC236}">
                <a16:creationId xmlns:a16="http://schemas.microsoft.com/office/drawing/2014/main" id="{8AD478C6-5AC4-8FC3-0851-BC51D12BB23A}"/>
              </a:ext>
            </a:extLst>
          </p:cNvPr>
          <p:cNvSpPr/>
          <p:nvPr/>
        </p:nvSpPr>
        <p:spPr>
          <a:xfrm>
            <a:off x="8624892" y="3855890"/>
            <a:ext cx="3404556" cy="1529648"/>
          </a:xfrm>
          <a:prstGeom prst="round2DiagRect">
            <a:avLst/>
          </a:prstGeom>
          <a:solidFill>
            <a:srgbClr val="15136E">
              <a:alpha val="29804"/>
            </a:srgb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Aft>
                <a:spcPts val="600"/>
              </a:spcAft>
              <a:buFont typeface="Arial" panose="020B0604020202020204" pitchFamily="34" charset="0"/>
              <a:buChar char="•"/>
            </a:pPr>
            <a:r>
              <a:rPr lang="en-US" sz="1100" dirty="0">
                <a:solidFill>
                  <a:schemeClr val="tx1"/>
                </a:solidFill>
              </a:rPr>
              <a:t>Decision Tree and Logistics Regression classifier training, fine-tuning, and model assessment.</a:t>
            </a:r>
          </a:p>
          <a:p>
            <a:pPr marL="171450" indent="-171450">
              <a:spcAft>
                <a:spcPts val="600"/>
              </a:spcAft>
              <a:buFont typeface="Arial" panose="020B0604020202020204" pitchFamily="34" charset="0"/>
              <a:buChar char="•"/>
            </a:pPr>
            <a:r>
              <a:rPr lang="en-US" sz="1100" dirty="0">
                <a:solidFill>
                  <a:schemeClr val="tx1"/>
                </a:solidFill>
              </a:rPr>
              <a:t>Interpretation of results, summarize insights and suggest actions.</a:t>
            </a:r>
          </a:p>
        </p:txBody>
      </p:sp>
    </p:spTree>
    <p:extLst>
      <p:ext uri="{BB962C8B-B14F-4D97-AF65-F5344CB8AC3E}">
        <p14:creationId xmlns:p14="http://schemas.microsoft.com/office/powerpoint/2010/main" val="521801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12BA4-E248-D3C2-D1D3-D9F2FAA5DC75}"/>
              </a:ext>
            </a:extLst>
          </p:cNvPr>
          <p:cNvSpPr>
            <a:spLocks noGrp="1"/>
          </p:cNvSpPr>
          <p:nvPr>
            <p:ph type="title"/>
          </p:nvPr>
        </p:nvSpPr>
        <p:spPr/>
        <p:txBody>
          <a:bodyPr>
            <a:normAutofit/>
          </a:bodyPr>
          <a:lstStyle/>
          <a:p>
            <a:r>
              <a:rPr lang="en-US" dirty="0"/>
              <a:t>Data Exploration – Summary Stats and Variable Profiling</a:t>
            </a:r>
          </a:p>
        </p:txBody>
      </p:sp>
      <p:graphicFrame>
        <p:nvGraphicFramePr>
          <p:cNvPr id="3" name="Table 2">
            <a:extLst>
              <a:ext uri="{FF2B5EF4-FFF2-40B4-BE49-F238E27FC236}">
                <a16:creationId xmlns:a16="http://schemas.microsoft.com/office/drawing/2014/main" id="{A381527E-2B6D-564B-ABCA-1DBC3F0DBC32}"/>
              </a:ext>
            </a:extLst>
          </p:cNvPr>
          <p:cNvGraphicFramePr>
            <a:graphicFrameLocks noGrp="1"/>
          </p:cNvGraphicFramePr>
          <p:nvPr/>
        </p:nvGraphicFramePr>
        <p:xfrm>
          <a:off x="5395869" y="1587433"/>
          <a:ext cx="6675120" cy="1645920"/>
        </p:xfrm>
        <a:graphic>
          <a:graphicData uri="http://schemas.openxmlformats.org/drawingml/2006/table">
            <a:tbl>
              <a:tblPr firstRow="1" bandRow="1">
                <a:noFill/>
              </a:tblPr>
              <a:tblGrid>
                <a:gridCol w="1280160">
                  <a:extLst>
                    <a:ext uri="{9D8B030D-6E8A-4147-A177-3AD203B41FA5}">
                      <a16:colId xmlns:a16="http://schemas.microsoft.com/office/drawing/2014/main" val="931385704"/>
                    </a:ext>
                  </a:extLst>
                </a:gridCol>
                <a:gridCol w="2103120">
                  <a:extLst>
                    <a:ext uri="{9D8B030D-6E8A-4147-A177-3AD203B41FA5}">
                      <a16:colId xmlns:a16="http://schemas.microsoft.com/office/drawing/2014/main" val="1277600557"/>
                    </a:ext>
                  </a:extLst>
                </a:gridCol>
                <a:gridCol w="822960">
                  <a:extLst>
                    <a:ext uri="{9D8B030D-6E8A-4147-A177-3AD203B41FA5}">
                      <a16:colId xmlns:a16="http://schemas.microsoft.com/office/drawing/2014/main" val="310957055"/>
                    </a:ext>
                  </a:extLst>
                </a:gridCol>
                <a:gridCol w="822960">
                  <a:extLst>
                    <a:ext uri="{9D8B030D-6E8A-4147-A177-3AD203B41FA5}">
                      <a16:colId xmlns:a16="http://schemas.microsoft.com/office/drawing/2014/main" val="203568329"/>
                    </a:ext>
                  </a:extLst>
                </a:gridCol>
                <a:gridCol w="822960">
                  <a:extLst>
                    <a:ext uri="{9D8B030D-6E8A-4147-A177-3AD203B41FA5}">
                      <a16:colId xmlns:a16="http://schemas.microsoft.com/office/drawing/2014/main" val="2992996820"/>
                    </a:ext>
                  </a:extLst>
                </a:gridCol>
                <a:gridCol w="822960">
                  <a:extLst>
                    <a:ext uri="{9D8B030D-6E8A-4147-A177-3AD203B41FA5}">
                      <a16:colId xmlns:a16="http://schemas.microsoft.com/office/drawing/2014/main" val="1511162867"/>
                    </a:ext>
                  </a:extLst>
                </a:gridCol>
              </a:tblGrid>
              <a:tr h="274320">
                <a:tc>
                  <a:txBody>
                    <a:bodyPr/>
                    <a:lstStyle/>
                    <a:p>
                      <a:pPr>
                        <a:buNone/>
                      </a:pPr>
                      <a:r>
                        <a:rPr lang="en-US" sz="1000" b="1" cap="none" spc="0" dirty="0">
                          <a:solidFill>
                            <a:schemeClr val="tx1"/>
                          </a:solidFill>
                        </a:rPr>
                        <a:t>Variable</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a:buNone/>
                      </a:pPr>
                      <a:r>
                        <a:rPr lang="en-US" sz="1000" b="1" cap="none" spc="0" dirty="0">
                          <a:solidFill>
                            <a:schemeClr val="tx1"/>
                          </a:solidFill>
                        </a:rPr>
                        <a:t>Definition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Mean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Std Dev</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Min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Max</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extLst>
                  <a:ext uri="{0D108BD9-81ED-4DB2-BD59-A6C34878D82A}">
                    <a16:rowId xmlns:a16="http://schemas.microsoft.com/office/drawing/2014/main" val="3894854812"/>
                  </a:ext>
                </a:extLst>
              </a:tr>
              <a:tr h="274320">
                <a:tc>
                  <a:txBody>
                    <a:bodyPr/>
                    <a:lstStyle/>
                    <a:p>
                      <a:pPr marL="0" algn="l" defTabSz="914400" rtl="0" eaLnBrk="1" latinLnBrk="0" hangingPunct="1">
                        <a:buNone/>
                      </a:pPr>
                      <a:r>
                        <a:rPr lang="en-US" sz="1000" kern="1200" dirty="0">
                          <a:solidFill>
                            <a:schemeClr val="tx1"/>
                          </a:solidFill>
                          <a:latin typeface="+mn-lt"/>
                          <a:ea typeface="+mn-ea"/>
                          <a:cs typeface="+mn-cs"/>
                        </a:rPr>
                        <a:t>HIT</a:t>
                      </a:r>
                    </a:p>
                  </a:txBody>
                  <a:tcPr marL="77955" marR="77955" marT="38977" marB="38977"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905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buNone/>
                      </a:pPr>
                      <a:r>
                        <a:rPr lang="en-US" sz="1000" kern="1200" dirty="0">
                          <a:solidFill>
                            <a:schemeClr val="tx1"/>
                          </a:solidFill>
                          <a:latin typeface="+mn-lt"/>
                          <a:ea typeface="+mn-ea"/>
                          <a:cs typeface="+mn-cs"/>
                        </a:rPr>
                        <a:t>Billboard hit indicator (1 = hit)</a:t>
                      </a:r>
                    </a:p>
                  </a:txBody>
                  <a:tcPr marL="77955" marR="77955" marT="38977" marB="38977" anchor="ctr">
                    <a:lnL w="28575" cap="flat" cmpd="sng" algn="ctr">
                      <a:noFill/>
                      <a:prstDash val="solid"/>
                      <a:round/>
                      <a:headEnd type="none" w="med" len="med"/>
                      <a:tailEnd type="none" w="med" len="med"/>
                    </a:lnL>
                    <a:lnR w="12700" cmpd="sng">
                      <a:noFill/>
                      <a:prstDash val="solid"/>
                    </a:lnR>
                    <a:lnT w="38100" cmpd="sng">
                      <a:noFill/>
                    </a:lnT>
                    <a:lnB w="12700" cap="flat" cmpd="sng" algn="ctr">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38100" cmpd="sng">
                      <a:noFill/>
                    </a:lnT>
                    <a:lnB w="12700" cap="flat" cmpd="sng" algn="ctr">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38100" cmpd="sng">
                      <a:noFill/>
                    </a:lnT>
                    <a:lnB w="12700" cap="flat" cmpd="sng" algn="ctr">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38100" cmpd="sng">
                      <a:noFill/>
                    </a:lnT>
                    <a:lnB w="12700" cap="flat" cmpd="sng" algn="ctr">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2952640196"/>
                  </a:ext>
                </a:extLst>
              </a:tr>
              <a:tr h="274320">
                <a:tc>
                  <a:txBody>
                    <a:bodyPr/>
                    <a:lstStyle/>
                    <a:p>
                      <a:pPr>
                        <a:buNone/>
                      </a:pPr>
                      <a:r>
                        <a:rPr lang="en-US" sz="1000" cap="none" spc="0" dirty="0">
                          <a:solidFill>
                            <a:schemeClr val="tx1"/>
                          </a:solidFill>
                        </a:rPr>
                        <a:t>PEAK_POSITION</a:t>
                      </a:r>
                    </a:p>
                  </a:txBody>
                  <a:tcPr marL="63377" marR="63377" marT="44365" marB="44365" anchor="ctr">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solidFill>
                      <a:srgbClr val="EDF2FB"/>
                    </a:solidFill>
                  </a:tcPr>
                </a:tc>
                <a:tc>
                  <a:txBody>
                    <a:bodyPr/>
                    <a:lstStyle/>
                    <a:p>
                      <a:pPr>
                        <a:buNone/>
                      </a:pPr>
                      <a:r>
                        <a:rPr lang="en-US" sz="1000" cap="none" spc="0" dirty="0">
                          <a:solidFill>
                            <a:schemeClr val="tx1"/>
                          </a:solidFill>
                        </a:rPr>
                        <a:t>Peak position of a song in the chart</a:t>
                      </a:r>
                    </a:p>
                  </a:txBody>
                  <a:tcPr marL="63377" marR="63377" marT="44365" marB="44365" anchor="ctr">
                    <a:lnL w="19050" cap="flat" cmpd="sng" algn="ctr">
                      <a:solidFill>
                        <a:srgbClr val="FF0000"/>
                      </a:solidFill>
                      <a:prstDash val="solid"/>
                      <a:round/>
                      <a:headEnd type="none" w="med" len="med"/>
                      <a:tailEnd type="none" w="med" len="med"/>
                    </a:lnL>
                    <a:lnR w="12700" cmpd="sng">
                      <a:noFill/>
                      <a:prstDash val="solid"/>
                    </a:lnR>
                    <a:lnT w="38100" cmpd="sng">
                      <a:noFill/>
                    </a:lnT>
                    <a:lnB w="12700" cap="flat" cmpd="sng" algn="ctr">
                      <a:noFill/>
                      <a:prstDash val="solid"/>
                    </a:lnB>
                    <a:solidFill>
                      <a:srgbClr val="EDF2FB"/>
                    </a:solidFill>
                  </a:tcPr>
                </a:tc>
                <a:tc>
                  <a:txBody>
                    <a:bodyPr/>
                    <a:lstStyle/>
                    <a:p>
                      <a:pPr algn="ctr">
                        <a:buNone/>
                      </a:pPr>
                      <a:r>
                        <a:rPr lang="en-US" sz="1000" cap="none" spc="0" dirty="0">
                          <a:solidFill>
                            <a:schemeClr val="tx1"/>
                          </a:solidFill>
                        </a:rPr>
                        <a:t>46.64</a:t>
                      </a:r>
                    </a:p>
                  </a:txBody>
                  <a:tcPr marL="63377" marR="63377" marT="44365" marB="44365" anchor="ctr">
                    <a:lnL w="12700" cmpd="sng">
                      <a:noFill/>
                      <a:prstDash val="solid"/>
                    </a:lnL>
                    <a:lnR w="12700" cmpd="sng">
                      <a:noFill/>
                      <a:prstDash val="solid"/>
                    </a:lnR>
                    <a:lnT w="38100" cmpd="sng">
                      <a:noFill/>
                    </a:lnT>
                    <a:lnB w="12700" cap="flat" cmpd="sng" algn="ctr">
                      <a:noFill/>
                      <a:prstDash val="solid"/>
                    </a:lnB>
                    <a:solidFill>
                      <a:srgbClr val="EDF2FB"/>
                    </a:solidFill>
                  </a:tcPr>
                </a:tc>
                <a:tc>
                  <a:txBody>
                    <a:bodyPr/>
                    <a:lstStyle/>
                    <a:p>
                      <a:pPr algn="ctr">
                        <a:buNone/>
                      </a:pPr>
                      <a:r>
                        <a:rPr lang="en-US" sz="1000" cap="none" spc="0" dirty="0">
                          <a:solidFill>
                            <a:schemeClr val="tx1"/>
                          </a:solidFill>
                        </a:rPr>
                        <a:t>30.55</a:t>
                      </a:r>
                    </a:p>
                  </a:txBody>
                  <a:tcPr marL="63377" marR="63377" marT="44365" marB="44365" anchor="ctr">
                    <a:lnL w="12700" cmpd="sng">
                      <a:noFill/>
                      <a:prstDash val="solid"/>
                    </a:lnL>
                    <a:lnR w="12700" cmpd="sng">
                      <a:noFill/>
                      <a:prstDash val="solid"/>
                    </a:lnR>
                    <a:lnT w="38100" cmpd="sng">
                      <a:noFill/>
                    </a:lnT>
                    <a:lnB w="12700" cap="flat" cmpd="sng" algn="ctr">
                      <a:noFill/>
                      <a:prstDash val="solid"/>
                    </a:lnB>
                    <a:solidFill>
                      <a:srgbClr val="EDF2FB"/>
                    </a:solidFill>
                  </a:tcPr>
                </a:tc>
                <a:tc>
                  <a:txBody>
                    <a:bodyPr/>
                    <a:lstStyle/>
                    <a:p>
                      <a:pPr algn="ctr">
                        <a:buNone/>
                      </a:pPr>
                      <a:r>
                        <a:rPr lang="en-US" sz="1000" cap="none" spc="0" dirty="0">
                          <a:solidFill>
                            <a:schemeClr val="tx1"/>
                          </a:solidFill>
                        </a:rPr>
                        <a:t>1</a:t>
                      </a:r>
                    </a:p>
                  </a:txBody>
                  <a:tcPr marL="63377" marR="63377" marT="44365" marB="44365" anchor="ctr">
                    <a:lnL w="12700" cmpd="sng">
                      <a:noFill/>
                      <a:prstDash val="solid"/>
                    </a:lnL>
                    <a:lnR w="12700" cmpd="sng">
                      <a:noFill/>
                      <a:prstDash val="solid"/>
                    </a:lnR>
                    <a:lnT w="38100" cmpd="sng">
                      <a:noFill/>
                    </a:lnT>
                    <a:lnB w="12700" cap="flat" cmpd="sng" algn="ctr">
                      <a:noFill/>
                      <a:prstDash val="solid"/>
                    </a:lnB>
                    <a:solidFill>
                      <a:srgbClr val="EDF2FB"/>
                    </a:solidFill>
                  </a:tcPr>
                </a:tc>
                <a:tc>
                  <a:txBody>
                    <a:bodyPr/>
                    <a:lstStyle/>
                    <a:p>
                      <a:pPr algn="ctr">
                        <a:buNone/>
                      </a:pPr>
                      <a:r>
                        <a:rPr lang="en-US" sz="1000" cap="none" spc="0" dirty="0">
                          <a:solidFill>
                            <a:schemeClr val="tx1"/>
                          </a:solidFill>
                        </a:rPr>
                        <a:t>100</a:t>
                      </a:r>
                    </a:p>
                  </a:txBody>
                  <a:tcPr marL="63377" marR="63377" marT="44365" marB="44365" anchor="ctr">
                    <a:lnL w="12700" cmpd="sng">
                      <a:noFill/>
                      <a:prstDash val="solid"/>
                    </a:lnL>
                    <a:lnR w="12700" cmpd="sng">
                      <a:noFill/>
                      <a:prstDash val="solid"/>
                    </a:lnR>
                    <a:lnT w="38100" cmpd="sng">
                      <a:noFill/>
                    </a:lnT>
                    <a:lnB w="12700" cap="flat" cmpd="sng" algn="ctr">
                      <a:noFill/>
                      <a:prstDash val="solid"/>
                    </a:lnB>
                    <a:solidFill>
                      <a:srgbClr val="EDF2FB"/>
                    </a:solidFill>
                  </a:tcPr>
                </a:tc>
                <a:extLst>
                  <a:ext uri="{0D108BD9-81ED-4DB2-BD59-A6C34878D82A}">
                    <a16:rowId xmlns:a16="http://schemas.microsoft.com/office/drawing/2014/main" val="3797824634"/>
                  </a:ext>
                </a:extLst>
              </a:tr>
              <a:tr h="274320">
                <a:tc>
                  <a:txBody>
                    <a:bodyPr/>
                    <a:lstStyle/>
                    <a:p>
                      <a:pPr>
                        <a:buNone/>
                      </a:pPr>
                      <a:r>
                        <a:rPr lang="en-US" sz="1000" cap="none" spc="0" dirty="0">
                          <a:solidFill>
                            <a:schemeClr val="tx1"/>
                          </a:solidFill>
                        </a:rPr>
                        <a:t>WEEKS_ON_CHART</a:t>
                      </a:r>
                    </a:p>
                  </a:txBody>
                  <a:tcPr marL="63377" marR="63377" marT="44365" marB="44365" anchor="ctr">
                    <a:lnL w="12700" cmpd="sng">
                      <a:noFill/>
                      <a:prstDash val="solid"/>
                    </a:lnL>
                    <a:lnR w="12700" cmpd="sng">
                      <a:noFill/>
                      <a:prstDash val="solid"/>
                    </a:lnR>
                    <a:lnT w="19050" cap="flat" cmpd="sng" algn="ctr">
                      <a:solidFill>
                        <a:srgbClr val="FF0000"/>
                      </a:solidFill>
                      <a:prstDash val="solid"/>
                      <a:round/>
                      <a:headEnd type="none" w="med" len="med"/>
                      <a:tailEnd type="none" w="med" len="med"/>
                    </a:lnT>
                    <a:lnB w="12700" cmpd="sng">
                      <a:noFill/>
                      <a:prstDash val="solid"/>
                    </a:lnB>
                    <a:noFill/>
                  </a:tcPr>
                </a:tc>
                <a:tc>
                  <a:txBody>
                    <a:bodyPr/>
                    <a:lstStyle/>
                    <a:p>
                      <a:pPr>
                        <a:buNone/>
                      </a:pPr>
                      <a:r>
                        <a:rPr lang="en-US" sz="1000" cap="none" spc="0" dirty="0">
                          <a:solidFill>
                            <a:schemeClr val="tx1"/>
                          </a:solidFill>
                        </a:rPr>
                        <a:t>Total weeks on billboard chart</a:t>
                      </a:r>
                    </a:p>
                  </a:txBody>
                  <a:tcPr marL="63377" marR="63377" marT="44365" marB="44365" anchor="ctr">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algn="ctr">
                        <a:buNone/>
                      </a:pPr>
                      <a:r>
                        <a:rPr lang="en-US" sz="1000" cap="none" spc="0" dirty="0">
                          <a:solidFill>
                            <a:schemeClr val="tx1"/>
                          </a:solidFill>
                        </a:rPr>
                        <a:t>11.18</a:t>
                      </a:r>
                    </a:p>
                  </a:txBody>
                  <a:tcPr marL="63377" marR="63377" marT="44365" marB="44365" anchor="ctr">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algn="ctr">
                        <a:buNone/>
                      </a:pPr>
                      <a:r>
                        <a:rPr lang="en-US" sz="1000" cap="none" spc="0" dirty="0">
                          <a:solidFill>
                            <a:schemeClr val="tx1"/>
                          </a:solidFill>
                        </a:rPr>
                        <a:t>8.3</a:t>
                      </a:r>
                    </a:p>
                  </a:txBody>
                  <a:tcPr marL="63377" marR="63377" marT="44365" marB="44365" anchor="ctr">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algn="ctr">
                        <a:buNone/>
                      </a:pPr>
                      <a:r>
                        <a:rPr lang="en-US" sz="1000" cap="none" spc="0" dirty="0">
                          <a:solidFill>
                            <a:schemeClr val="tx1"/>
                          </a:solidFill>
                        </a:rPr>
                        <a:t>1</a:t>
                      </a:r>
                    </a:p>
                  </a:txBody>
                  <a:tcPr marL="63377" marR="63377" marT="44365" marB="44365" anchor="ctr">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algn="ctr">
                        <a:buNone/>
                      </a:pPr>
                      <a:r>
                        <a:rPr lang="en-US" sz="1000" cap="none" spc="0" dirty="0">
                          <a:solidFill>
                            <a:schemeClr val="tx1"/>
                          </a:solidFill>
                        </a:rPr>
                        <a:t>87</a:t>
                      </a:r>
                    </a:p>
                  </a:txBody>
                  <a:tcPr marL="63377" marR="63377" marT="44365" marB="44365" anchor="ctr">
                    <a:lnL w="12700" cmpd="sng">
                      <a:noFill/>
                      <a:prstDash val="solid"/>
                    </a:lnL>
                    <a:lnR w="12700" cmpd="sng">
                      <a:noFill/>
                      <a:prstDash val="solid"/>
                    </a:lnR>
                    <a:lnT w="12700" cap="flat" cmpd="sng" algn="ctr">
                      <a:noFill/>
                      <a:prstDash val="solid"/>
                    </a:lnT>
                    <a:lnB w="12700" cmpd="sng">
                      <a:noFill/>
                      <a:prstDash val="solid"/>
                    </a:lnB>
                    <a:noFill/>
                  </a:tcPr>
                </a:tc>
                <a:extLst>
                  <a:ext uri="{0D108BD9-81ED-4DB2-BD59-A6C34878D82A}">
                    <a16:rowId xmlns:a16="http://schemas.microsoft.com/office/drawing/2014/main" val="2751926102"/>
                  </a:ext>
                </a:extLst>
              </a:tr>
              <a:tr h="274320">
                <a:tc>
                  <a:txBody>
                    <a:bodyPr/>
                    <a:lstStyle/>
                    <a:p>
                      <a:pPr>
                        <a:buNone/>
                      </a:pPr>
                      <a:r>
                        <a:rPr lang="en-US" sz="1000" cap="none" spc="0" dirty="0">
                          <a:solidFill>
                            <a:schemeClr val="tx1"/>
                          </a:solidFill>
                        </a:rPr>
                        <a:t>DEBUT_RANK</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solidFill>
                      <a:srgbClr val="EDF2FB"/>
                    </a:solidFill>
                  </a:tcPr>
                </a:tc>
                <a:tc>
                  <a:txBody>
                    <a:bodyPr/>
                    <a:lstStyle/>
                    <a:p>
                      <a:pPr>
                        <a:buNone/>
                      </a:pPr>
                      <a:r>
                        <a:rPr lang="en-US" sz="1000" cap="none" spc="0" dirty="0">
                          <a:solidFill>
                            <a:schemeClr val="tx1"/>
                          </a:solidFill>
                        </a:rPr>
                        <a:t>Debut position</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solidFill>
                      <a:srgbClr val="EDF2FB"/>
                    </a:solidFill>
                  </a:tcPr>
                </a:tc>
                <a:tc>
                  <a:txBody>
                    <a:bodyPr/>
                    <a:lstStyle/>
                    <a:p>
                      <a:pPr algn="ctr">
                        <a:buNone/>
                      </a:pPr>
                      <a:r>
                        <a:rPr lang="en-US" sz="1000" cap="none" spc="0" dirty="0">
                          <a:solidFill>
                            <a:schemeClr val="tx1"/>
                          </a:solidFill>
                        </a:rPr>
                        <a:t>80.43</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solidFill>
                      <a:srgbClr val="EDF2FB"/>
                    </a:solidFill>
                  </a:tcPr>
                </a:tc>
                <a:tc>
                  <a:txBody>
                    <a:bodyPr/>
                    <a:lstStyle/>
                    <a:p>
                      <a:pPr algn="ctr">
                        <a:buNone/>
                      </a:pPr>
                      <a:r>
                        <a:rPr lang="en-US" sz="1000" cap="none" spc="0" dirty="0">
                          <a:solidFill>
                            <a:schemeClr val="tx1"/>
                          </a:solidFill>
                        </a:rPr>
                        <a:t>19.04</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solidFill>
                      <a:srgbClr val="EDF2FB"/>
                    </a:solidFill>
                  </a:tcPr>
                </a:tc>
                <a:tc>
                  <a:txBody>
                    <a:bodyPr/>
                    <a:lstStyle/>
                    <a:p>
                      <a:pPr algn="ctr">
                        <a:buNone/>
                      </a:pPr>
                      <a:r>
                        <a:rPr lang="en-US" sz="1000" cap="none" spc="0" dirty="0">
                          <a:solidFill>
                            <a:schemeClr val="tx1"/>
                          </a:solidFill>
                        </a:rPr>
                        <a:t>1</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solidFill>
                      <a:srgbClr val="EDF2FB"/>
                    </a:solidFill>
                  </a:tcPr>
                </a:tc>
                <a:tc>
                  <a:txBody>
                    <a:bodyPr/>
                    <a:lstStyle/>
                    <a:p>
                      <a:pPr algn="ctr">
                        <a:buNone/>
                      </a:pPr>
                      <a:r>
                        <a:rPr lang="en-US" sz="1000" cap="none" spc="0" dirty="0">
                          <a:solidFill>
                            <a:schemeClr val="tx1"/>
                          </a:solidFill>
                        </a:rPr>
                        <a:t>100</a:t>
                      </a:r>
                    </a:p>
                  </a:txBody>
                  <a:tcPr marL="63377" marR="63377" marT="44365" marB="44365" anchor="ctr">
                    <a:lnL w="12700" cmpd="sng">
                      <a:noFill/>
                      <a:prstDash val="solid"/>
                    </a:lnL>
                    <a:lnR w="12700" cmpd="sng">
                      <a:noFill/>
                      <a:prstDash val="solid"/>
                    </a:lnR>
                    <a:lnT w="12700" cmpd="sng">
                      <a:noFill/>
                      <a:prstDash val="solid"/>
                    </a:lnT>
                    <a:lnB w="19050" cap="flat" cmpd="sng" algn="ctr">
                      <a:solidFill>
                        <a:srgbClr val="FF0000"/>
                      </a:solidFill>
                      <a:prstDash val="solid"/>
                      <a:round/>
                      <a:headEnd type="none" w="med" len="med"/>
                      <a:tailEnd type="none" w="med" len="med"/>
                    </a:lnB>
                    <a:solidFill>
                      <a:srgbClr val="EDF2FB"/>
                    </a:solidFill>
                  </a:tcPr>
                </a:tc>
                <a:extLst>
                  <a:ext uri="{0D108BD9-81ED-4DB2-BD59-A6C34878D82A}">
                    <a16:rowId xmlns:a16="http://schemas.microsoft.com/office/drawing/2014/main" val="450194239"/>
                  </a:ext>
                </a:extLst>
              </a:tr>
              <a:tr h="274320">
                <a:tc>
                  <a:txBody>
                    <a:bodyPr/>
                    <a:lstStyle/>
                    <a:p>
                      <a:pPr>
                        <a:buNone/>
                      </a:pPr>
                      <a:r>
                        <a:rPr lang="en-US" sz="1000" cap="none" spc="0" dirty="0">
                          <a:solidFill>
                            <a:schemeClr val="tx1"/>
                          </a:solidFill>
                        </a:rPr>
                        <a:t>FIRST_WEEK</a:t>
                      </a:r>
                    </a:p>
                  </a:txBody>
                  <a:tcPr marL="63377" marR="63377" marT="44365" marB="44365" anchor="ctr">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buNone/>
                      </a:pPr>
                      <a:r>
                        <a:rPr lang="en-US" sz="1000" cap="none" spc="0" dirty="0">
                          <a:solidFill>
                            <a:schemeClr val="tx1"/>
                          </a:solidFill>
                        </a:rPr>
                        <a:t>Char entry date</a:t>
                      </a:r>
                    </a:p>
                  </a:txBody>
                  <a:tcPr marL="63377" marR="63377" marT="44365" marB="44365" anchor="ctr">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ctr">
                        <a:buNone/>
                      </a:pPr>
                      <a:r>
                        <a:rPr lang="en-US" sz="1000" cap="none" spc="0" dirty="0">
                          <a:solidFill>
                            <a:schemeClr val="tx1"/>
                          </a:solidFill>
                        </a:rPr>
                        <a:t>1969-01-04</a:t>
                      </a:r>
                    </a:p>
                  </a:txBody>
                  <a:tcPr marL="63377" marR="63377" marT="44365" marB="44365" anchor="ctr">
                    <a:lnL w="12700" cmpd="sng">
                      <a:noFill/>
                      <a:prstDash val="solid"/>
                    </a:lnL>
                    <a:lnR w="19050" cap="flat" cmpd="sng" algn="ctr">
                      <a:solidFill>
                        <a:srgbClr val="FF0000"/>
                      </a:solidFill>
                      <a:prstDash val="solid"/>
                      <a:round/>
                      <a:headEnd type="none" w="med" len="med"/>
                      <a:tailEnd type="none" w="med" len="med"/>
                    </a:lnR>
                    <a:lnT w="12700" cmpd="sng">
                      <a:noFill/>
                      <a:prstDash val="solid"/>
                    </a:lnT>
                    <a:lnB w="28575" cap="flat" cmpd="sng" algn="ctr">
                      <a:noFill/>
                      <a:prstDash val="solid"/>
                    </a:lnB>
                    <a:noFill/>
                  </a:tcPr>
                </a:tc>
                <a:tc>
                  <a:txBody>
                    <a:bodyPr/>
                    <a:lstStyle/>
                    <a:p>
                      <a:pPr algn="ctr">
                        <a:buNone/>
                      </a:pPr>
                      <a:r>
                        <a:rPr lang="en-US" sz="1000" cap="none" spc="0" dirty="0">
                          <a:solidFill>
                            <a:schemeClr val="tx1"/>
                          </a:solidFill>
                        </a:rPr>
                        <a:t>2068-12-28</a:t>
                      </a:r>
                    </a:p>
                  </a:txBody>
                  <a:tcPr marL="63377" marR="63377" marT="44365" marB="44365" anchor="ctr">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815823701"/>
                  </a:ext>
                </a:extLst>
              </a:tr>
            </a:tbl>
          </a:graphicData>
        </a:graphic>
      </p:graphicFrame>
      <p:sp>
        <p:nvSpPr>
          <p:cNvPr id="5" name="TextBox 4">
            <a:extLst>
              <a:ext uri="{FF2B5EF4-FFF2-40B4-BE49-F238E27FC236}">
                <a16:creationId xmlns:a16="http://schemas.microsoft.com/office/drawing/2014/main" id="{EBB8375F-3304-5484-F0F3-C1E730DB611E}"/>
              </a:ext>
            </a:extLst>
          </p:cNvPr>
          <p:cNvSpPr txBox="1"/>
          <p:nvPr/>
        </p:nvSpPr>
        <p:spPr>
          <a:xfrm>
            <a:off x="5395869" y="1203683"/>
            <a:ext cx="6675120" cy="276999"/>
          </a:xfrm>
          <a:prstGeom prst="rect">
            <a:avLst/>
          </a:prstGeom>
          <a:noFill/>
        </p:spPr>
        <p:txBody>
          <a:bodyPr wrap="square">
            <a:spAutoFit/>
          </a:bodyPr>
          <a:lstStyle/>
          <a:p>
            <a:pPr algn="r"/>
            <a:r>
              <a:rPr lang="en-US" sz="1200" b="1" dirty="0"/>
              <a:t>Billboard Chart Trends</a:t>
            </a:r>
          </a:p>
        </p:txBody>
      </p:sp>
      <p:grpSp>
        <p:nvGrpSpPr>
          <p:cNvPr id="17" name="Group 16">
            <a:extLst>
              <a:ext uri="{FF2B5EF4-FFF2-40B4-BE49-F238E27FC236}">
                <a16:creationId xmlns:a16="http://schemas.microsoft.com/office/drawing/2014/main" id="{4E4564EE-BF79-0004-0C65-20F493BB0CC8}"/>
              </a:ext>
            </a:extLst>
          </p:cNvPr>
          <p:cNvGrpSpPr>
            <a:grpSpLocks noChangeAspect="1"/>
          </p:cNvGrpSpPr>
          <p:nvPr/>
        </p:nvGrpSpPr>
        <p:grpSpPr>
          <a:xfrm>
            <a:off x="838200" y="1607187"/>
            <a:ext cx="548640" cy="548640"/>
            <a:chOff x="1415845" y="1706233"/>
            <a:chExt cx="822960" cy="822960"/>
          </a:xfrm>
        </p:grpSpPr>
        <p:sp>
          <p:nvSpPr>
            <p:cNvPr id="15" name="Teardrop 14">
              <a:extLst>
                <a:ext uri="{FF2B5EF4-FFF2-40B4-BE49-F238E27FC236}">
                  <a16:creationId xmlns:a16="http://schemas.microsoft.com/office/drawing/2014/main" id="{5B4AED9D-1156-29F9-E24A-B2CF957D9485}"/>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9805BEEC-B7F5-99D4-5A39-E79896F73036}"/>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a:solidFill>
                    <a:schemeClr val="bg2">
                      <a:lumMod val="25000"/>
                    </a:schemeClr>
                  </a:solidFill>
                </a:rPr>
                <a:t>1</a:t>
              </a:r>
            </a:p>
          </p:txBody>
        </p:sp>
      </p:grpSp>
      <p:sp>
        <p:nvSpPr>
          <p:cNvPr id="18" name="TextBox 17">
            <a:extLst>
              <a:ext uri="{FF2B5EF4-FFF2-40B4-BE49-F238E27FC236}">
                <a16:creationId xmlns:a16="http://schemas.microsoft.com/office/drawing/2014/main" id="{8E555853-246D-2ACE-E736-142E688854AE}"/>
              </a:ext>
            </a:extLst>
          </p:cNvPr>
          <p:cNvSpPr txBox="1"/>
          <p:nvPr/>
        </p:nvSpPr>
        <p:spPr>
          <a:xfrm>
            <a:off x="1570663" y="1480682"/>
            <a:ext cx="3265272" cy="801650"/>
          </a:xfrm>
          <a:prstGeom prst="rect">
            <a:avLst/>
          </a:prstGeom>
          <a:noFill/>
          <a:ln>
            <a:noFill/>
          </a:ln>
        </p:spPr>
        <p:txBody>
          <a:bodyPr wrap="square" anchor="t">
            <a:noAutofit/>
          </a:bodyPr>
          <a:lstStyle/>
          <a:p>
            <a:pPr>
              <a:spcAft>
                <a:spcPts val="600"/>
              </a:spcAft>
            </a:pPr>
            <a:r>
              <a:rPr lang="en-US" sz="1100" b="1" dirty="0"/>
              <a:t>Peak Position (PEAK_POSITION)</a:t>
            </a:r>
          </a:p>
          <a:p>
            <a:pPr>
              <a:spcAft>
                <a:spcPts val="600"/>
              </a:spcAft>
            </a:pPr>
            <a:r>
              <a:rPr lang="en-US" sz="1000" b="0" i="0" dirty="0">
                <a:effectLst/>
              </a:rPr>
              <a:t>Candidate for target leakage assessment in later steps. </a:t>
            </a:r>
          </a:p>
        </p:txBody>
      </p:sp>
      <p:grpSp>
        <p:nvGrpSpPr>
          <p:cNvPr id="19" name="Group 18">
            <a:extLst>
              <a:ext uri="{FF2B5EF4-FFF2-40B4-BE49-F238E27FC236}">
                <a16:creationId xmlns:a16="http://schemas.microsoft.com/office/drawing/2014/main" id="{A6B4F785-B3C4-8A1D-FBBB-9F3EFE3A741C}"/>
              </a:ext>
            </a:extLst>
          </p:cNvPr>
          <p:cNvGrpSpPr>
            <a:grpSpLocks noChangeAspect="1"/>
          </p:cNvGrpSpPr>
          <p:nvPr/>
        </p:nvGrpSpPr>
        <p:grpSpPr>
          <a:xfrm>
            <a:off x="838200" y="2914731"/>
            <a:ext cx="548640" cy="548640"/>
            <a:chOff x="1415845" y="1706233"/>
            <a:chExt cx="822960" cy="822960"/>
          </a:xfrm>
        </p:grpSpPr>
        <p:sp>
          <p:nvSpPr>
            <p:cNvPr id="20" name="Teardrop 19">
              <a:extLst>
                <a:ext uri="{FF2B5EF4-FFF2-40B4-BE49-F238E27FC236}">
                  <a16:creationId xmlns:a16="http://schemas.microsoft.com/office/drawing/2014/main" id="{10E2CDC5-9692-D685-320E-57A59197D24B}"/>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FDF64B62-2F55-F052-AD28-ECB7F30F3195}"/>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2</a:t>
              </a:r>
            </a:p>
          </p:txBody>
        </p:sp>
      </p:grpSp>
      <p:sp>
        <p:nvSpPr>
          <p:cNvPr id="22" name="TextBox 21">
            <a:extLst>
              <a:ext uri="{FF2B5EF4-FFF2-40B4-BE49-F238E27FC236}">
                <a16:creationId xmlns:a16="http://schemas.microsoft.com/office/drawing/2014/main" id="{961616A7-5F4B-BB3B-BF44-B5C94B54CE21}"/>
              </a:ext>
            </a:extLst>
          </p:cNvPr>
          <p:cNvSpPr txBox="1"/>
          <p:nvPr/>
        </p:nvSpPr>
        <p:spPr>
          <a:xfrm>
            <a:off x="1570663" y="2788226"/>
            <a:ext cx="3265272" cy="801650"/>
          </a:xfrm>
          <a:prstGeom prst="rect">
            <a:avLst/>
          </a:prstGeom>
          <a:noFill/>
          <a:ln>
            <a:noFill/>
          </a:ln>
        </p:spPr>
        <p:txBody>
          <a:bodyPr wrap="square" anchor="t">
            <a:noAutofit/>
          </a:bodyPr>
          <a:lstStyle/>
          <a:p>
            <a:pPr>
              <a:spcAft>
                <a:spcPts val="600"/>
              </a:spcAft>
            </a:pPr>
            <a:r>
              <a:rPr lang="en-US" sz="1100" b="1" dirty="0"/>
              <a:t>Entry Date (FIRST_WEEK)</a:t>
            </a:r>
          </a:p>
          <a:p>
            <a:pPr>
              <a:spcAft>
                <a:spcPts val="600"/>
              </a:spcAft>
            </a:pPr>
            <a:r>
              <a:rPr lang="en-US" sz="1000" b="0" i="0" dirty="0">
                <a:effectLst/>
              </a:rPr>
              <a:t>Erroneous years. Data quality issue: date requires correction or removal.</a:t>
            </a:r>
          </a:p>
        </p:txBody>
      </p:sp>
      <p:graphicFrame>
        <p:nvGraphicFramePr>
          <p:cNvPr id="23" name="Table 22">
            <a:extLst>
              <a:ext uri="{FF2B5EF4-FFF2-40B4-BE49-F238E27FC236}">
                <a16:creationId xmlns:a16="http://schemas.microsoft.com/office/drawing/2014/main" id="{1F7EEFCC-FEFA-B088-1ED2-EE315CA89E94}"/>
              </a:ext>
            </a:extLst>
          </p:cNvPr>
          <p:cNvGraphicFramePr>
            <a:graphicFrameLocks noGrp="1"/>
          </p:cNvGraphicFramePr>
          <p:nvPr/>
        </p:nvGraphicFramePr>
        <p:xfrm>
          <a:off x="5395869" y="4098440"/>
          <a:ext cx="6675120" cy="2240514"/>
        </p:xfrm>
        <a:graphic>
          <a:graphicData uri="http://schemas.openxmlformats.org/drawingml/2006/table">
            <a:tbl>
              <a:tblPr firstRow="1" bandRow="1">
                <a:noFill/>
              </a:tblPr>
              <a:tblGrid>
                <a:gridCol w="1371600">
                  <a:extLst>
                    <a:ext uri="{9D8B030D-6E8A-4147-A177-3AD203B41FA5}">
                      <a16:colId xmlns:a16="http://schemas.microsoft.com/office/drawing/2014/main" val="2300436916"/>
                    </a:ext>
                  </a:extLst>
                </a:gridCol>
                <a:gridCol w="1554480">
                  <a:extLst>
                    <a:ext uri="{9D8B030D-6E8A-4147-A177-3AD203B41FA5}">
                      <a16:colId xmlns:a16="http://schemas.microsoft.com/office/drawing/2014/main" val="2744982707"/>
                    </a:ext>
                  </a:extLst>
                </a:gridCol>
                <a:gridCol w="640080">
                  <a:extLst>
                    <a:ext uri="{9D8B030D-6E8A-4147-A177-3AD203B41FA5}">
                      <a16:colId xmlns:a16="http://schemas.microsoft.com/office/drawing/2014/main" val="3307344310"/>
                    </a:ext>
                  </a:extLst>
                </a:gridCol>
                <a:gridCol w="640080">
                  <a:extLst>
                    <a:ext uri="{9D8B030D-6E8A-4147-A177-3AD203B41FA5}">
                      <a16:colId xmlns:a16="http://schemas.microsoft.com/office/drawing/2014/main" val="3462342655"/>
                    </a:ext>
                  </a:extLst>
                </a:gridCol>
                <a:gridCol w="548640">
                  <a:extLst>
                    <a:ext uri="{9D8B030D-6E8A-4147-A177-3AD203B41FA5}">
                      <a16:colId xmlns:a16="http://schemas.microsoft.com/office/drawing/2014/main" val="101887349"/>
                    </a:ext>
                  </a:extLst>
                </a:gridCol>
                <a:gridCol w="640080">
                  <a:extLst>
                    <a:ext uri="{9D8B030D-6E8A-4147-A177-3AD203B41FA5}">
                      <a16:colId xmlns:a16="http://schemas.microsoft.com/office/drawing/2014/main" val="3455523546"/>
                    </a:ext>
                  </a:extLst>
                </a:gridCol>
                <a:gridCol w="640080">
                  <a:extLst>
                    <a:ext uri="{9D8B030D-6E8A-4147-A177-3AD203B41FA5}">
                      <a16:colId xmlns:a16="http://schemas.microsoft.com/office/drawing/2014/main" val="3297952851"/>
                    </a:ext>
                  </a:extLst>
                </a:gridCol>
                <a:gridCol w="640080">
                  <a:extLst>
                    <a:ext uri="{9D8B030D-6E8A-4147-A177-3AD203B41FA5}">
                      <a16:colId xmlns:a16="http://schemas.microsoft.com/office/drawing/2014/main" val="723762412"/>
                    </a:ext>
                  </a:extLst>
                </a:gridCol>
              </a:tblGrid>
              <a:tr h="274320">
                <a:tc>
                  <a:txBody>
                    <a:bodyPr/>
                    <a:lstStyle/>
                    <a:p>
                      <a:pPr>
                        <a:buNone/>
                      </a:pPr>
                      <a:r>
                        <a:rPr lang="en-US" sz="1000" b="1" cap="none" spc="0" dirty="0">
                          <a:solidFill>
                            <a:schemeClr val="tx1"/>
                          </a:solidFill>
                        </a:rPr>
                        <a:t>Variable</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buNone/>
                      </a:pPr>
                      <a:r>
                        <a:rPr lang="en-US" sz="1000" b="1" cap="none" spc="0" dirty="0">
                          <a:solidFill>
                            <a:schemeClr val="tx1"/>
                          </a:solidFill>
                        </a:rPr>
                        <a:t>Definition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Mean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Std Dev</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Min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Max</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kumimoji="0" lang="en-US" sz="1000" b="1" i="0" u="none" strike="noStrike" kern="1200" cap="none" spc="0" normalizeH="0" baseline="0" noProof="0" dirty="0">
                          <a:ln>
                            <a:noFill/>
                          </a:ln>
                          <a:solidFill>
                            <a:prstClr val="black"/>
                          </a:solidFill>
                          <a:effectLst/>
                          <a:uLnTx/>
                          <a:uFillTx/>
                          <a:latin typeface="Aptos" panose="02110004020202020204"/>
                          <a:ea typeface="+mn-ea"/>
                          <a:cs typeface="+mn-cs"/>
                        </a:rPr>
                        <a:t>Count</a:t>
                      </a:r>
                      <a:endParaRPr lang="en-US" sz="1000" b="1" cap="all" spc="60" dirty="0">
                        <a:solidFill>
                          <a:schemeClr val="tx1"/>
                        </a:solidFill>
                      </a:endParaRPr>
                    </a:p>
                  </a:txBody>
                  <a:tcPr marL="71326" marR="71326" marT="83937" marB="83937" anchor="b">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kumimoji="0" lang="en-US" sz="1000" b="1" i="0" u="none" strike="noStrike" kern="1200" cap="none" spc="0" normalizeH="0" baseline="0" noProof="0" dirty="0">
                          <a:ln>
                            <a:noFill/>
                          </a:ln>
                          <a:solidFill>
                            <a:prstClr val="black"/>
                          </a:solidFill>
                          <a:effectLst/>
                          <a:uLnTx/>
                          <a:uFillTx/>
                          <a:latin typeface="Aptos" panose="02110004020202020204"/>
                          <a:ea typeface="+mn-ea"/>
                          <a:cs typeface="+mn-cs"/>
                        </a:rPr>
                        <a:t>Unique</a:t>
                      </a:r>
                      <a:endParaRPr lang="en-US" sz="1000" b="1" cap="all" spc="60" dirty="0">
                        <a:solidFill>
                          <a:schemeClr val="tx1"/>
                        </a:solidFill>
                      </a:endParaRPr>
                    </a:p>
                  </a:txBody>
                  <a:tcPr marL="71326" marR="71326" marT="83937" marB="83937" anchor="b">
                    <a:lnL w="12700" cmpd="sng">
                      <a:noFill/>
                    </a:lnL>
                    <a:lnR w="12700" cmpd="sng">
                      <a:noFill/>
                    </a:lnR>
                    <a:lnT w="28575" cap="flat" cmpd="sng" algn="ctr">
                      <a:solidFill>
                        <a:schemeClr val="tx1"/>
                      </a:solidFill>
                      <a:prstDash val="solid"/>
                      <a:round/>
                      <a:headEnd type="none" w="med" len="med"/>
                      <a:tailEnd type="none" w="med" len="med"/>
                    </a:lnT>
                    <a:lnB w="190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710582315"/>
                  </a:ext>
                </a:extLst>
              </a:tr>
              <a:tr h="274320">
                <a:tc>
                  <a:txBody>
                    <a:bodyPr/>
                    <a:lstStyle/>
                    <a:p>
                      <a:pPr>
                        <a:buNone/>
                      </a:pPr>
                      <a:r>
                        <a:rPr lang="en-US" sz="1000" cap="none" spc="0" dirty="0">
                          <a:solidFill>
                            <a:schemeClr val="tx1"/>
                          </a:solidFill>
                        </a:rPr>
                        <a:t>SONG</a:t>
                      </a:r>
                    </a:p>
                  </a:txBody>
                  <a:tcPr marL="71326" marR="71326" marT="35663" marB="83937"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US" sz="1000" cap="none" spc="0" dirty="0">
                          <a:solidFill>
                            <a:schemeClr val="tx1"/>
                          </a:solidFill>
                        </a:rPr>
                        <a:t>Song title</a:t>
                      </a:r>
                    </a:p>
                  </a:txBody>
                  <a:tcPr marL="71326" marR="71326" marT="35663" marB="83937" anchor="ctr">
                    <a:lnL w="12700" cmpd="sng">
                      <a:noFill/>
                      <a:prstDash val="solid"/>
                    </a:lnL>
                    <a:lnR w="12700" cmpd="sng">
                      <a:noFill/>
                      <a:prstDash val="solid"/>
                    </a:lnR>
                    <a:lnT w="38100" cmpd="sng">
                      <a:noFill/>
                    </a:lnT>
                    <a:lnB w="12700" cmpd="sng">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38100" cmpd="sng">
                      <a:noFill/>
                    </a:lnT>
                    <a:lnB w="12700" cmpd="sng">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38100" cmpd="sng">
                      <a:noFill/>
                    </a:lnT>
                    <a:lnB w="12700" cmpd="sng">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38100" cmpd="sng">
                      <a:noFill/>
                    </a:lnT>
                    <a:lnB w="12700" cmpd="sng">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38100" cmpd="sng">
                      <a:noFill/>
                    </a:lnT>
                    <a:lnB w="12700" cmpd="sng">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29,410</a:t>
                      </a:r>
                      <a:endPar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marL="71326" marR="71326" marT="35663" marB="83937" anchor="ctr">
                    <a:lnL w="12700" cmpd="sng">
                      <a:noFill/>
                      <a:prstDash val="solid"/>
                    </a:lnL>
                    <a:lnR w="19050" cap="flat" cmpd="sng" algn="ctr">
                      <a:solidFill>
                        <a:srgbClr val="FF0000"/>
                      </a:solidFill>
                      <a:prstDash val="solid"/>
                      <a:round/>
                      <a:headEnd type="none" w="med" len="med"/>
                      <a:tailEnd type="none" w="med" len="med"/>
                    </a:lnR>
                    <a:lnT w="38100" cmpd="sng">
                      <a:noFill/>
                    </a:lnT>
                    <a:lnB w="12700" cmpd="sng">
                      <a:noFill/>
                      <a:prstDash val="solid"/>
                    </a:lnB>
                    <a:noFill/>
                  </a:tcPr>
                </a:tc>
                <a:tc>
                  <a:txBody>
                    <a:bodyPr/>
                    <a:lstStyle/>
                    <a:p>
                      <a:pPr algn="ctr">
                        <a:buNone/>
                      </a:pPr>
                      <a:r>
                        <a:rPr lang="en-US" sz="1000" cap="none" spc="0" dirty="0">
                          <a:solidFill>
                            <a:schemeClr val="tx1"/>
                          </a:solidFill>
                        </a:rPr>
                        <a:t>23,552</a:t>
                      </a:r>
                    </a:p>
                  </a:txBody>
                  <a:tcPr marL="71326" marR="71326" marT="35663" marB="83937" anchor="ctr">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2700" cmpd="sng">
                      <a:noFill/>
                      <a:prstDash val="solid"/>
                    </a:lnB>
                    <a:noFill/>
                  </a:tcPr>
                </a:tc>
                <a:extLst>
                  <a:ext uri="{0D108BD9-81ED-4DB2-BD59-A6C34878D82A}">
                    <a16:rowId xmlns:a16="http://schemas.microsoft.com/office/drawing/2014/main" val="3185279691"/>
                  </a:ext>
                </a:extLst>
              </a:tr>
              <a:tr h="274320">
                <a:tc>
                  <a:txBody>
                    <a:bodyPr/>
                    <a:lstStyle/>
                    <a:p>
                      <a:pPr>
                        <a:buNone/>
                      </a:pPr>
                      <a:r>
                        <a:rPr lang="en-US" sz="1000" cap="none" spc="0" dirty="0">
                          <a:solidFill>
                            <a:schemeClr val="tx1"/>
                          </a:solidFill>
                        </a:rPr>
                        <a:t>ARTIST</a:t>
                      </a:r>
                    </a:p>
                  </a:txBody>
                  <a:tcPr marL="71326" marR="71326" marT="35663" marB="8393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a:buNone/>
                      </a:pPr>
                      <a:r>
                        <a:rPr lang="en-US" sz="1000" cap="none" spc="0">
                          <a:solidFill>
                            <a:schemeClr val="tx1"/>
                          </a:solidFill>
                        </a:rPr>
                        <a:t>Artist name</a:t>
                      </a:r>
                    </a:p>
                  </a:txBody>
                  <a:tcPr marL="71326" marR="71326" marT="35663" marB="8393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29,410</a:t>
                      </a:r>
                    </a:p>
                  </a:txBody>
                  <a:tcPr marL="71326" marR="71326" marT="35663" marB="83937" anchor="ctr">
                    <a:lnL w="12700" cmpd="sng">
                      <a:noFill/>
                      <a:prstDash val="solid"/>
                    </a:lnL>
                    <a:lnR w="19050" cap="flat" cmpd="sng" algn="ctr">
                      <a:solidFill>
                        <a:srgbClr val="FF0000"/>
                      </a:solidFill>
                      <a:prstDash val="solid"/>
                      <a:round/>
                      <a:headEnd type="none" w="med" len="med"/>
                      <a:tailEnd type="none" w="med" len="med"/>
                    </a:lnR>
                    <a:lnT w="12700" cmpd="sng">
                      <a:noFill/>
                      <a:prstDash val="solid"/>
                    </a:lnT>
                    <a:lnB w="12700" cmpd="sng">
                      <a:noFill/>
                      <a:prstDash val="solid"/>
                    </a:lnB>
                    <a:solidFill>
                      <a:srgbClr val="EDF2FB"/>
                    </a:solidFill>
                  </a:tcPr>
                </a:tc>
                <a:tc>
                  <a:txBody>
                    <a:bodyPr/>
                    <a:lstStyle/>
                    <a:p>
                      <a:pPr algn="ctr">
                        <a:buNone/>
                      </a:pPr>
                      <a:r>
                        <a:rPr lang="en-US" sz="1000" cap="none" spc="0" dirty="0">
                          <a:solidFill>
                            <a:schemeClr val="tx1"/>
                          </a:solidFill>
                        </a:rPr>
                        <a:t>9,990</a:t>
                      </a:r>
                    </a:p>
                  </a:txBody>
                  <a:tcPr marL="71326" marR="71326" marT="35663" marB="83937" anchor="ctr">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2700" cmpd="sng">
                      <a:noFill/>
                      <a:prstDash val="solid"/>
                    </a:lnT>
                    <a:lnB w="12700" cmpd="sng">
                      <a:noFill/>
                      <a:prstDash val="solid"/>
                    </a:lnB>
                    <a:solidFill>
                      <a:srgbClr val="EDF2FB"/>
                    </a:solidFill>
                  </a:tcPr>
                </a:tc>
                <a:extLst>
                  <a:ext uri="{0D108BD9-81ED-4DB2-BD59-A6C34878D82A}">
                    <a16:rowId xmlns:a16="http://schemas.microsoft.com/office/drawing/2014/main" val="2291166567"/>
                  </a:ext>
                </a:extLst>
              </a:tr>
              <a:tr h="274320">
                <a:tc>
                  <a:txBody>
                    <a:bodyPr/>
                    <a:lstStyle/>
                    <a:p>
                      <a:pPr>
                        <a:buNone/>
                      </a:pPr>
                      <a:r>
                        <a:rPr lang="en-US" sz="1000" cap="none" spc="0" dirty="0">
                          <a:solidFill>
                            <a:schemeClr val="tx1"/>
                          </a:solidFill>
                        </a:rPr>
                        <a:t>SONG_DISPLAY</a:t>
                      </a:r>
                    </a:p>
                  </a:txBody>
                  <a:tcPr marL="71326" marR="71326" marT="35663" marB="83937"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dirty="0">
                          <a:solidFill>
                            <a:schemeClr val="tx1"/>
                          </a:solidFill>
                        </a:rPr>
                        <a:t>Display name for a song</a:t>
                      </a:r>
                    </a:p>
                  </a:txBody>
                  <a:tcPr marL="71326" marR="71326" marT="35663" marB="83937"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29,410</a:t>
                      </a:r>
                    </a:p>
                  </a:txBody>
                  <a:tcPr marL="71326" marR="71326" marT="35663" marB="83937" anchor="ctr">
                    <a:lnL w="12700" cmpd="sng">
                      <a:noFill/>
                      <a:prstDash val="solid"/>
                    </a:lnL>
                    <a:lnR w="19050" cap="flat" cmpd="sng" algn="ctr">
                      <a:solidFill>
                        <a:srgbClr val="FF0000"/>
                      </a:solidFill>
                      <a:prstDash val="solid"/>
                      <a:round/>
                      <a:headEnd type="none" w="med" len="med"/>
                      <a:tailEnd type="none" w="med" len="med"/>
                    </a:lnR>
                    <a:lnT w="12700" cmpd="sng">
                      <a:noFill/>
                      <a:prstDash val="solid"/>
                    </a:lnT>
                    <a:lnB w="12700" cmpd="sng">
                      <a:noFill/>
                      <a:prstDash val="solid"/>
                    </a:lnB>
                    <a:noFill/>
                  </a:tcPr>
                </a:tc>
                <a:tc>
                  <a:txBody>
                    <a:bodyPr/>
                    <a:lstStyle/>
                    <a:p>
                      <a:pPr algn="ctr">
                        <a:buNone/>
                      </a:pPr>
                      <a:r>
                        <a:rPr lang="en-US" sz="1000" cap="none" spc="0" dirty="0">
                          <a:solidFill>
                            <a:schemeClr val="tx1"/>
                          </a:solidFill>
                        </a:rPr>
                        <a:t>24,334</a:t>
                      </a:r>
                    </a:p>
                  </a:txBody>
                  <a:tcPr marL="71326" marR="71326" marT="35663" marB="83937" anchor="ctr">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2700" cmpd="sng">
                      <a:noFill/>
                      <a:prstDash val="solid"/>
                    </a:lnT>
                    <a:lnB w="12700" cmpd="sng">
                      <a:noFill/>
                      <a:prstDash val="solid"/>
                    </a:lnB>
                    <a:noFill/>
                  </a:tcPr>
                </a:tc>
                <a:extLst>
                  <a:ext uri="{0D108BD9-81ED-4DB2-BD59-A6C34878D82A}">
                    <a16:rowId xmlns:a16="http://schemas.microsoft.com/office/drawing/2014/main" val="534244834"/>
                  </a:ext>
                </a:extLst>
              </a:tr>
              <a:tr h="274320">
                <a:tc>
                  <a:txBody>
                    <a:bodyPr/>
                    <a:lstStyle/>
                    <a:p>
                      <a:pPr>
                        <a:buNone/>
                      </a:pPr>
                      <a:r>
                        <a:rPr lang="en-US" sz="1000" cap="none" spc="0" dirty="0">
                          <a:solidFill>
                            <a:schemeClr val="tx1"/>
                          </a:solidFill>
                        </a:rPr>
                        <a:t>ARTIST_DISPLAY</a:t>
                      </a:r>
                    </a:p>
                  </a:txBody>
                  <a:tcPr marL="71326" marR="71326" marT="35663" marB="8393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cap="none" spc="0" dirty="0">
                          <a:solidFill>
                            <a:schemeClr val="tx1"/>
                          </a:solidFill>
                        </a:rPr>
                        <a:t>Display name of an artist</a:t>
                      </a:r>
                    </a:p>
                  </a:txBody>
                  <a:tcPr marL="71326" marR="71326" marT="35663" marB="8393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29,410</a:t>
                      </a:r>
                    </a:p>
                  </a:txBody>
                  <a:tcPr marL="71326" marR="71326" marT="35663" marB="83937" anchor="ctr">
                    <a:lnL w="12700" cmpd="sng">
                      <a:noFill/>
                      <a:prstDash val="solid"/>
                    </a:lnL>
                    <a:lnR w="19050" cap="flat" cmpd="sng" algn="ctr">
                      <a:solidFill>
                        <a:srgbClr val="FF0000"/>
                      </a:solidFill>
                      <a:prstDash val="solid"/>
                      <a:round/>
                      <a:headEnd type="none" w="med" len="med"/>
                      <a:tailEnd type="none" w="med" len="med"/>
                    </a:lnR>
                    <a:lnT w="12700" cmpd="sng">
                      <a:noFill/>
                      <a:prstDash val="solid"/>
                    </a:lnT>
                    <a:lnB w="19050" cap="flat" cmpd="sng" algn="ctr">
                      <a:solidFill>
                        <a:srgbClr val="FF0000"/>
                      </a:solidFill>
                      <a:prstDash val="solid"/>
                      <a:round/>
                      <a:headEnd type="none" w="med" len="med"/>
                      <a:tailEnd type="none" w="med" len="med"/>
                    </a:lnB>
                    <a:solidFill>
                      <a:srgbClr val="EDF2FB"/>
                    </a:solidFill>
                  </a:tcPr>
                </a:tc>
                <a:tc>
                  <a:txBody>
                    <a:bodyPr/>
                    <a:lstStyle/>
                    <a:p>
                      <a:pPr algn="ctr">
                        <a:buNone/>
                      </a:pPr>
                      <a:r>
                        <a:rPr lang="en-US" sz="1000" cap="none" spc="0" dirty="0">
                          <a:solidFill>
                            <a:schemeClr val="tx1"/>
                          </a:solidFill>
                        </a:rPr>
                        <a:t>10,054</a:t>
                      </a:r>
                    </a:p>
                  </a:txBody>
                  <a:tcPr marL="71326" marR="71326" marT="35663" marB="83937" anchor="ctr">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2700" cmpd="sng">
                      <a:noFill/>
                      <a:prstDash val="solid"/>
                    </a:lnT>
                    <a:lnB w="19050" cap="flat" cmpd="sng" algn="ctr">
                      <a:solidFill>
                        <a:srgbClr val="FF0000"/>
                      </a:solidFill>
                      <a:prstDash val="solid"/>
                      <a:round/>
                      <a:headEnd type="none" w="med" len="med"/>
                      <a:tailEnd type="none" w="med" len="med"/>
                    </a:lnB>
                    <a:solidFill>
                      <a:srgbClr val="EDF2FB"/>
                    </a:solidFill>
                  </a:tcPr>
                </a:tc>
                <a:extLst>
                  <a:ext uri="{0D108BD9-81ED-4DB2-BD59-A6C34878D82A}">
                    <a16:rowId xmlns:a16="http://schemas.microsoft.com/office/drawing/2014/main" val="3136803983"/>
                  </a:ext>
                </a:extLst>
              </a:tr>
              <a:tr h="274320">
                <a:tc>
                  <a:txBody>
                    <a:bodyPr/>
                    <a:lstStyle/>
                    <a:p>
                      <a:pPr>
                        <a:buNone/>
                      </a:pPr>
                      <a:r>
                        <a:rPr lang="en-US" sz="1000" cap="none" spc="0" dirty="0">
                          <a:solidFill>
                            <a:schemeClr val="tx1"/>
                          </a:solidFill>
                        </a:rPr>
                        <a:t>PLAYLIST_GENRE</a:t>
                      </a:r>
                    </a:p>
                  </a:txBody>
                  <a:tcPr marL="71326" marR="71326" marT="35663" marB="83937"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000" cap="none" spc="0" dirty="0">
                          <a:solidFill>
                            <a:schemeClr val="tx1"/>
                          </a:solidFill>
                        </a:rPr>
                        <a:t>Spotify playlist genre</a:t>
                      </a:r>
                    </a:p>
                  </a:txBody>
                  <a:tcPr marL="71326" marR="71326" marT="35663" marB="83937"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9050" cap="flat" cmpd="sng" algn="ctr">
                      <a:solidFill>
                        <a:srgbClr val="FF0000"/>
                      </a:solidFill>
                      <a:prstDash val="solid"/>
                      <a:round/>
                      <a:headEnd type="none" w="med" len="med"/>
                      <a:tailEnd type="none" w="med" len="med"/>
                    </a:lnR>
                    <a:lnT w="12700" cmpd="sng">
                      <a:noFill/>
                      <a:prstDash val="solid"/>
                    </a:lnT>
                    <a:lnB w="12700" cmpd="sng">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3,469</a:t>
                      </a:r>
                      <a:endPar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marL="71326" marR="71326" marT="35663" marB="83937" anchor="ctr">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2700" cmpd="sng">
                      <a:noFill/>
                      <a:prstDash val="solid"/>
                    </a:lnB>
                    <a:noFill/>
                  </a:tcPr>
                </a:tc>
                <a:tc>
                  <a:txBody>
                    <a:bodyPr/>
                    <a:lstStyle/>
                    <a:p>
                      <a:pPr algn="ctr">
                        <a:buNone/>
                      </a:pPr>
                      <a:r>
                        <a:rPr lang="en-US" sz="1000" cap="none" spc="0" dirty="0">
                          <a:solidFill>
                            <a:schemeClr val="tx1"/>
                          </a:solidFill>
                        </a:rPr>
                        <a:t>6</a:t>
                      </a:r>
                    </a:p>
                  </a:txBody>
                  <a:tcPr marL="71326" marR="71326" marT="35663" marB="83937" anchor="ctr">
                    <a:lnL w="19050" cap="flat" cmpd="sng" algn="ctr">
                      <a:solidFill>
                        <a:srgbClr val="FF0000"/>
                      </a:solidFill>
                      <a:prstDash val="solid"/>
                      <a:round/>
                      <a:headEnd type="none" w="med" len="med"/>
                      <a:tailEnd type="none" w="med" len="med"/>
                    </a:lnL>
                    <a:lnR w="12700" cmpd="sng">
                      <a:noFill/>
                      <a:prstDash val="solid"/>
                    </a:lnR>
                    <a:lnT w="19050" cap="flat" cmpd="sng" algn="ctr">
                      <a:solidFill>
                        <a:srgbClr val="FF0000"/>
                      </a:solidFill>
                      <a:prstDash val="solid"/>
                      <a:round/>
                      <a:headEnd type="none" w="med" len="med"/>
                      <a:tailEnd type="none" w="med" len="med"/>
                    </a:lnT>
                    <a:lnB w="12700" cmpd="sng">
                      <a:noFill/>
                      <a:prstDash val="solid"/>
                    </a:lnB>
                    <a:noFill/>
                  </a:tcPr>
                </a:tc>
                <a:extLst>
                  <a:ext uri="{0D108BD9-81ED-4DB2-BD59-A6C34878D82A}">
                    <a16:rowId xmlns:a16="http://schemas.microsoft.com/office/drawing/2014/main" val="437811756"/>
                  </a:ext>
                </a:extLst>
              </a:tr>
              <a:tr h="274320">
                <a:tc>
                  <a:txBody>
                    <a:bodyPr/>
                    <a:lstStyle/>
                    <a:p>
                      <a:pPr>
                        <a:buNone/>
                      </a:pPr>
                      <a:r>
                        <a:rPr lang="en-US" sz="1000" cap="none" spc="0" dirty="0">
                          <a:solidFill>
                            <a:schemeClr val="tx1"/>
                          </a:solidFill>
                        </a:rPr>
                        <a:t>PLAYLIST_SUBGENRE</a:t>
                      </a:r>
                    </a:p>
                  </a:txBody>
                  <a:tcPr marL="71326" marR="71326" marT="35663" marB="8393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a:buNone/>
                      </a:pPr>
                      <a:r>
                        <a:rPr lang="en-US" sz="1000" cap="none" spc="0" dirty="0">
                          <a:solidFill>
                            <a:schemeClr val="tx1"/>
                          </a:solidFill>
                        </a:rPr>
                        <a:t>Spotify playlist subgenre</a:t>
                      </a:r>
                    </a:p>
                  </a:txBody>
                  <a:tcPr marL="71326" marR="71326" marT="35663" marB="8393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9050" cap="flat" cmpd="sng" algn="ctr">
                      <a:solidFill>
                        <a:srgbClr val="FF0000"/>
                      </a:solidFill>
                      <a:prstDash val="solid"/>
                      <a:round/>
                      <a:headEnd type="none" w="med" len="med"/>
                      <a:tailEnd type="none" w="med" len="med"/>
                    </a:lnR>
                    <a:lnT w="12700" cmpd="sng">
                      <a:noFill/>
                      <a:prstDash val="solid"/>
                    </a:lnT>
                    <a:lnB w="12700" cmpd="sng">
                      <a:noFill/>
                      <a:prstDash val="solid"/>
                    </a:lnB>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3,469</a:t>
                      </a:r>
                      <a:endPar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marL="71326" marR="71326" marT="35663" marB="83937" anchor="ctr">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2700" cmpd="sng">
                      <a:noFill/>
                      <a:prstDash val="solid"/>
                    </a:lnT>
                    <a:lnB w="19050" cap="flat" cmpd="sng" algn="ctr">
                      <a:solidFill>
                        <a:srgbClr val="FF0000"/>
                      </a:solidFill>
                      <a:prstDash val="solid"/>
                      <a:round/>
                      <a:headEnd type="none" w="med" len="med"/>
                      <a:tailEnd type="none" w="med" len="med"/>
                    </a:lnB>
                    <a:solidFill>
                      <a:srgbClr val="EDF2FB"/>
                    </a:solidFill>
                  </a:tcPr>
                </a:tc>
                <a:tc>
                  <a:txBody>
                    <a:bodyPr/>
                    <a:lstStyle/>
                    <a:p>
                      <a:pPr algn="ctr">
                        <a:buNone/>
                      </a:pPr>
                      <a:r>
                        <a:rPr lang="en-US" sz="1000" cap="none" spc="0" dirty="0">
                          <a:solidFill>
                            <a:schemeClr val="tx1"/>
                          </a:solidFill>
                        </a:rPr>
                        <a:t>23</a:t>
                      </a:r>
                    </a:p>
                  </a:txBody>
                  <a:tcPr marL="71326" marR="71326" marT="35663" marB="83937" anchor="ctr">
                    <a:lnL w="19050" cap="flat" cmpd="sng" algn="ctr">
                      <a:solidFill>
                        <a:srgbClr val="FF0000"/>
                      </a:solidFill>
                      <a:prstDash val="solid"/>
                      <a:round/>
                      <a:headEnd type="none" w="med" len="med"/>
                      <a:tailEnd type="none" w="med" len="med"/>
                    </a:lnL>
                    <a:lnR w="12700" cmpd="sng">
                      <a:noFill/>
                      <a:prstDash val="solid"/>
                    </a:lnR>
                    <a:lnT w="12700" cmpd="sng">
                      <a:noFill/>
                      <a:prstDash val="solid"/>
                    </a:lnT>
                    <a:lnB w="28575" cap="flat" cmpd="sng" algn="ctr">
                      <a:noFill/>
                      <a:prstDash val="solid"/>
                      <a:round/>
                      <a:headEnd type="none" w="med" len="med"/>
                      <a:tailEnd type="none" w="med" len="med"/>
                    </a:lnB>
                    <a:solidFill>
                      <a:srgbClr val="EDF2FB"/>
                    </a:solidFill>
                  </a:tcPr>
                </a:tc>
                <a:extLst>
                  <a:ext uri="{0D108BD9-81ED-4DB2-BD59-A6C34878D82A}">
                    <a16:rowId xmlns:a16="http://schemas.microsoft.com/office/drawing/2014/main" val="1854026508"/>
                  </a:ext>
                </a:extLst>
              </a:tr>
              <a:tr h="274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cap="none" spc="0" dirty="0">
                          <a:solidFill>
                            <a:schemeClr val="tx1"/>
                          </a:solidFill>
                        </a:rPr>
                        <a:t>SPOTIFY_POPULARITY</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dirty="0">
                          <a:solidFill>
                            <a:schemeClr val="tx1"/>
                          </a:solidFill>
                        </a:rPr>
                        <a:t>Spotify popularity (0 –100)</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cap="none" spc="0" dirty="0">
                          <a:solidFill>
                            <a:schemeClr val="tx1"/>
                          </a:solidFill>
                        </a:rPr>
                        <a:t>40.46</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a:buNone/>
                      </a:pPr>
                      <a:r>
                        <a:rPr lang="en-US" sz="1000" cap="none" spc="0" dirty="0">
                          <a:solidFill>
                            <a:schemeClr val="tx1"/>
                          </a:solidFill>
                        </a:rPr>
                        <a:t>20.42</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a:buNone/>
                      </a:pPr>
                      <a:r>
                        <a:rPr lang="en-US" sz="1000" cap="none" spc="0" dirty="0">
                          <a:solidFill>
                            <a:schemeClr val="tx1"/>
                          </a:solidFill>
                        </a:rPr>
                        <a:t>0</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a:buNone/>
                      </a:pPr>
                      <a:r>
                        <a:rPr lang="en-US" sz="1000" cap="none" spc="0" dirty="0">
                          <a:solidFill>
                            <a:schemeClr val="tx1"/>
                          </a:solidFill>
                        </a:rPr>
                        <a:t>100</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a:t>
                      </a:r>
                    </a:p>
                  </a:txBody>
                  <a:tcPr marL="77955" marR="77955" marT="38977" marB="38977" anchor="ctr">
                    <a:lnL w="12700" cmpd="sng">
                      <a:noFill/>
                      <a:prstDash val="solid"/>
                    </a:lnL>
                    <a:lnR w="12700" cmpd="sng">
                      <a:noFill/>
                      <a:prstDash val="solid"/>
                    </a:lnR>
                    <a:lnT w="19050" cap="flat" cmpd="sng" algn="ctr">
                      <a:solidFill>
                        <a:srgbClr val="FF0000"/>
                      </a:solidFill>
                      <a:prstDash val="solid"/>
                      <a:round/>
                      <a:headEnd type="none" w="med" len="med"/>
                      <a:tailEnd type="none" w="med" len="med"/>
                    </a:lnT>
                    <a:lnB w="12700" cap="flat" cmpd="sng" algn="ctr">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7955" marR="77955" marT="38977" marB="38977" anchor="ctr">
                    <a:lnL w="12700" cmpd="sng">
                      <a:noFill/>
                      <a:prstDash val="solid"/>
                    </a:lnL>
                    <a:lnR w="12700" cmpd="sng">
                      <a:noFill/>
                      <a:prstDash val="solid"/>
                    </a:lnR>
                    <a:lnT w="28575" cap="flat" cmpd="sng" algn="ctr">
                      <a:noFill/>
                      <a:prstDash val="solid"/>
                      <a:round/>
                      <a:headEnd type="none" w="med" len="med"/>
                      <a:tailEnd type="none" w="med" len="med"/>
                    </a:lnT>
                    <a:lnB w="12700" cap="flat" cmpd="sng" algn="ctr">
                      <a:noFill/>
                      <a:prstDash val="solid"/>
                    </a:lnB>
                    <a:noFill/>
                  </a:tcPr>
                </a:tc>
                <a:extLst>
                  <a:ext uri="{0D108BD9-81ED-4DB2-BD59-A6C34878D82A}">
                    <a16:rowId xmlns:a16="http://schemas.microsoft.com/office/drawing/2014/main" val="3482990044"/>
                  </a:ext>
                </a:extLst>
              </a:tr>
            </a:tbl>
          </a:graphicData>
        </a:graphic>
      </p:graphicFrame>
      <p:sp>
        <p:nvSpPr>
          <p:cNvPr id="24" name="TextBox 23">
            <a:extLst>
              <a:ext uri="{FF2B5EF4-FFF2-40B4-BE49-F238E27FC236}">
                <a16:creationId xmlns:a16="http://schemas.microsoft.com/office/drawing/2014/main" id="{5A1E7BCB-1FDB-673C-EB85-818E81593122}"/>
              </a:ext>
            </a:extLst>
          </p:cNvPr>
          <p:cNvSpPr txBox="1"/>
          <p:nvPr/>
        </p:nvSpPr>
        <p:spPr>
          <a:xfrm>
            <a:off x="5395869" y="3709247"/>
            <a:ext cx="6675120" cy="276999"/>
          </a:xfrm>
          <a:prstGeom prst="rect">
            <a:avLst/>
          </a:prstGeom>
          <a:noFill/>
        </p:spPr>
        <p:txBody>
          <a:bodyPr wrap="square">
            <a:spAutoFit/>
          </a:bodyPr>
          <a:lstStyle/>
          <a:p>
            <a:pPr algn="r"/>
            <a:r>
              <a:rPr lang="en-US" sz="1200" b="1" dirty="0"/>
              <a:t>Spotify Metadata</a:t>
            </a:r>
          </a:p>
        </p:txBody>
      </p:sp>
      <p:grpSp>
        <p:nvGrpSpPr>
          <p:cNvPr id="25" name="Group 24">
            <a:extLst>
              <a:ext uri="{FF2B5EF4-FFF2-40B4-BE49-F238E27FC236}">
                <a16:creationId xmlns:a16="http://schemas.microsoft.com/office/drawing/2014/main" id="{FD5BFB21-142D-43A0-0B34-5CF69E8F0AD5}"/>
              </a:ext>
            </a:extLst>
          </p:cNvPr>
          <p:cNvGrpSpPr>
            <a:grpSpLocks noChangeAspect="1"/>
          </p:cNvGrpSpPr>
          <p:nvPr/>
        </p:nvGrpSpPr>
        <p:grpSpPr>
          <a:xfrm>
            <a:off x="838200" y="4222275"/>
            <a:ext cx="548640" cy="548640"/>
            <a:chOff x="1415845" y="1706233"/>
            <a:chExt cx="822960" cy="822960"/>
          </a:xfrm>
        </p:grpSpPr>
        <p:sp>
          <p:nvSpPr>
            <p:cNvPr id="26" name="Teardrop 25">
              <a:extLst>
                <a:ext uri="{FF2B5EF4-FFF2-40B4-BE49-F238E27FC236}">
                  <a16:creationId xmlns:a16="http://schemas.microsoft.com/office/drawing/2014/main" id="{B6E2C426-C3CF-ACDC-CD0A-67175462F741}"/>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a:extLst>
                <a:ext uri="{FF2B5EF4-FFF2-40B4-BE49-F238E27FC236}">
                  <a16:creationId xmlns:a16="http://schemas.microsoft.com/office/drawing/2014/main" id="{4B649EE2-C336-E4C6-B00F-34AF6170B788}"/>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3</a:t>
              </a:r>
            </a:p>
          </p:txBody>
        </p:sp>
      </p:grpSp>
      <p:sp>
        <p:nvSpPr>
          <p:cNvPr id="28" name="TextBox 27">
            <a:extLst>
              <a:ext uri="{FF2B5EF4-FFF2-40B4-BE49-F238E27FC236}">
                <a16:creationId xmlns:a16="http://schemas.microsoft.com/office/drawing/2014/main" id="{3CC55534-4733-DD71-1E1C-D07E1AFCC4AA}"/>
              </a:ext>
            </a:extLst>
          </p:cNvPr>
          <p:cNvSpPr txBox="1"/>
          <p:nvPr/>
        </p:nvSpPr>
        <p:spPr>
          <a:xfrm>
            <a:off x="1570663" y="4095770"/>
            <a:ext cx="3265272" cy="801650"/>
          </a:xfrm>
          <a:prstGeom prst="rect">
            <a:avLst/>
          </a:prstGeom>
          <a:noFill/>
          <a:ln>
            <a:noFill/>
          </a:ln>
        </p:spPr>
        <p:txBody>
          <a:bodyPr wrap="square" anchor="t">
            <a:noAutofit/>
          </a:bodyPr>
          <a:lstStyle/>
          <a:p>
            <a:pPr>
              <a:spcAft>
                <a:spcPts val="600"/>
              </a:spcAft>
            </a:pPr>
            <a:r>
              <a:rPr lang="en-US" sz="1100" b="1" dirty="0"/>
              <a:t>High Cardinality in Song and Artist Details</a:t>
            </a:r>
          </a:p>
          <a:p>
            <a:pPr>
              <a:spcAft>
                <a:spcPts val="600"/>
              </a:spcAft>
            </a:pPr>
            <a:r>
              <a:rPr lang="en-US" sz="1000" dirty="0"/>
              <a:t>SONG, ARTIST, SONG_DISPLAY, ARTIST_DISPLAY demonstrate high cardinality.</a:t>
            </a:r>
            <a:endParaRPr lang="en-US" sz="1000" b="0" i="0" dirty="0">
              <a:effectLst/>
            </a:endParaRPr>
          </a:p>
        </p:txBody>
      </p:sp>
      <p:grpSp>
        <p:nvGrpSpPr>
          <p:cNvPr id="29" name="Group 28">
            <a:extLst>
              <a:ext uri="{FF2B5EF4-FFF2-40B4-BE49-F238E27FC236}">
                <a16:creationId xmlns:a16="http://schemas.microsoft.com/office/drawing/2014/main" id="{DFA6D09D-D02D-50CE-694F-3BEF5A31945D}"/>
              </a:ext>
            </a:extLst>
          </p:cNvPr>
          <p:cNvGrpSpPr>
            <a:grpSpLocks noChangeAspect="1"/>
          </p:cNvGrpSpPr>
          <p:nvPr/>
        </p:nvGrpSpPr>
        <p:grpSpPr>
          <a:xfrm>
            <a:off x="838200" y="5529819"/>
            <a:ext cx="548640" cy="548640"/>
            <a:chOff x="1415845" y="1706233"/>
            <a:chExt cx="822960" cy="822960"/>
          </a:xfrm>
        </p:grpSpPr>
        <p:sp>
          <p:nvSpPr>
            <p:cNvPr id="30" name="Teardrop 29">
              <a:extLst>
                <a:ext uri="{FF2B5EF4-FFF2-40B4-BE49-F238E27FC236}">
                  <a16:creationId xmlns:a16="http://schemas.microsoft.com/office/drawing/2014/main" id="{DDD5CFC1-5074-AF1E-BEF0-1DD5C82B13C8}"/>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B89F138B-BD13-4F7C-72CF-CA72E49CBA24}"/>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4</a:t>
              </a:r>
            </a:p>
          </p:txBody>
        </p:sp>
      </p:grpSp>
      <p:sp>
        <p:nvSpPr>
          <p:cNvPr id="32" name="TextBox 31">
            <a:extLst>
              <a:ext uri="{FF2B5EF4-FFF2-40B4-BE49-F238E27FC236}">
                <a16:creationId xmlns:a16="http://schemas.microsoft.com/office/drawing/2014/main" id="{B9B828B3-3326-FECC-3356-A3D064618B8F}"/>
              </a:ext>
            </a:extLst>
          </p:cNvPr>
          <p:cNvSpPr txBox="1"/>
          <p:nvPr/>
        </p:nvSpPr>
        <p:spPr>
          <a:xfrm>
            <a:off x="1570663" y="5403314"/>
            <a:ext cx="3474720" cy="801650"/>
          </a:xfrm>
          <a:prstGeom prst="rect">
            <a:avLst/>
          </a:prstGeom>
          <a:noFill/>
          <a:ln>
            <a:noFill/>
          </a:ln>
        </p:spPr>
        <p:txBody>
          <a:bodyPr wrap="square" anchor="t">
            <a:noAutofit/>
          </a:bodyPr>
          <a:lstStyle/>
          <a:p>
            <a:pPr>
              <a:spcAft>
                <a:spcPts val="600"/>
              </a:spcAft>
            </a:pPr>
            <a:r>
              <a:rPr lang="en-US" sz="1100" b="1" dirty="0"/>
              <a:t>Sparsity in PLAYLIST_GENRE PLAYLIST_SUBGENRE </a:t>
            </a:r>
          </a:p>
          <a:p>
            <a:pPr>
              <a:spcAft>
                <a:spcPts val="600"/>
              </a:spcAft>
            </a:pPr>
            <a:r>
              <a:rPr lang="en-US" sz="1000" dirty="0"/>
              <a:t>High number of missing values. Could still have predictive power based on streaming platform presence → FE.</a:t>
            </a:r>
          </a:p>
        </p:txBody>
      </p:sp>
      <p:sp>
        <p:nvSpPr>
          <p:cNvPr id="4" name="Rectangle 3">
            <a:extLst>
              <a:ext uri="{FF2B5EF4-FFF2-40B4-BE49-F238E27FC236}">
                <a16:creationId xmlns:a16="http://schemas.microsoft.com/office/drawing/2014/main" id="{F3957172-CF0C-FF86-80C0-5BB2BDD4BC47}"/>
              </a:ext>
            </a:extLst>
          </p:cNvPr>
          <p:cNvSpPr/>
          <p:nvPr/>
        </p:nvSpPr>
        <p:spPr>
          <a:xfrm>
            <a:off x="5395869" y="1868994"/>
            <a:ext cx="6675120" cy="231489"/>
          </a:xfrm>
          <a:prstGeom prst="rect">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2461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DA8B8-E3A3-4534-E9F7-747B56E28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C0188-2BFE-3FF9-BC4A-70384982F43E}"/>
              </a:ext>
            </a:extLst>
          </p:cNvPr>
          <p:cNvSpPr>
            <a:spLocks noGrp="1"/>
          </p:cNvSpPr>
          <p:nvPr>
            <p:ph type="title"/>
          </p:nvPr>
        </p:nvSpPr>
        <p:spPr/>
        <p:txBody>
          <a:bodyPr>
            <a:normAutofit/>
          </a:bodyPr>
          <a:lstStyle/>
          <a:p>
            <a:r>
              <a:rPr lang="en-US" dirty="0"/>
              <a:t>Data Exploration – Summary Stats and Variable Profiling</a:t>
            </a:r>
          </a:p>
        </p:txBody>
      </p:sp>
      <p:grpSp>
        <p:nvGrpSpPr>
          <p:cNvPr id="17" name="Group 16">
            <a:extLst>
              <a:ext uri="{FF2B5EF4-FFF2-40B4-BE49-F238E27FC236}">
                <a16:creationId xmlns:a16="http://schemas.microsoft.com/office/drawing/2014/main" id="{D5DF025E-07EA-1ACB-38F9-888F75B70507}"/>
              </a:ext>
            </a:extLst>
          </p:cNvPr>
          <p:cNvGrpSpPr>
            <a:grpSpLocks noChangeAspect="1"/>
          </p:cNvGrpSpPr>
          <p:nvPr/>
        </p:nvGrpSpPr>
        <p:grpSpPr>
          <a:xfrm>
            <a:off x="838200" y="1713938"/>
            <a:ext cx="548640" cy="548640"/>
            <a:chOff x="1415845" y="1706233"/>
            <a:chExt cx="822960" cy="822960"/>
          </a:xfrm>
        </p:grpSpPr>
        <p:sp>
          <p:nvSpPr>
            <p:cNvPr id="15" name="Teardrop 14">
              <a:extLst>
                <a:ext uri="{FF2B5EF4-FFF2-40B4-BE49-F238E27FC236}">
                  <a16:creationId xmlns:a16="http://schemas.microsoft.com/office/drawing/2014/main" id="{6253F4F8-869D-2897-E0B1-76BAA4440E5B}"/>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30629DAF-B045-D27A-EA32-09CF2E98A4A8}"/>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a:solidFill>
                    <a:schemeClr val="bg2">
                      <a:lumMod val="25000"/>
                    </a:schemeClr>
                  </a:solidFill>
                </a:rPr>
                <a:t>1</a:t>
              </a:r>
            </a:p>
          </p:txBody>
        </p:sp>
      </p:grpSp>
      <p:sp>
        <p:nvSpPr>
          <p:cNvPr id="18" name="TextBox 17">
            <a:extLst>
              <a:ext uri="{FF2B5EF4-FFF2-40B4-BE49-F238E27FC236}">
                <a16:creationId xmlns:a16="http://schemas.microsoft.com/office/drawing/2014/main" id="{EFA5E0AB-5783-E4E5-73A3-F72862E1FFEC}"/>
              </a:ext>
            </a:extLst>
          </p:cNvPr>
          <p:cNvSpPr txBox="1"/>
          <p:nvPr/>
        </p:nvSpPr>
        <p:spPr>
          <a:xfrm>
            <a:off x="1570663" y="1587433"/>
            <a:ext cx="3265272" cy="801650"/>
          </a:xfrm>
          <a:prstGeom prst="rect">
            <a:avLst/>
          </a:prstGeom>
          <a:noFill/>
          <a:ln>
            <a:noFill/>
          </a:ln>
        </p:spPr>
        <p:txBody>
          <a:bodyPr wrap="square" anchor="t">
            <a:noAutofit/>
          </a:bodyPr>
          <a:lstStyle/>
          <a:p>
            <a:pPr>
              <a:spcAft>
                <a:spcPts val="600"/>
              </a:spcAft>
            </a:pPr>
            <a:r>
              <a:rPr lang="en-US" sz="1100" b="1" dirty="0"/>
              <a:t>Audio Features Ranging 0-1</a:t>
            </a:r>
          </a:p>
          <a:p>
            <a:pPr>
              <a:spcAft>
                <a:spcPts val="600"/>
              </a:spcAft>
            </a:pPr>
            <a:r>
              <a:rPr lang="en-US" sz="1000" b="0" i="0" dirty="0">
                <a:effectLst/>
              </a:rPr>
              <a:t>Most audio features are normalized continuous values ranging from 0 to 1.</a:t>
            </a:r>
          </a:p>
        </p:txBody>
      </p:sp>
      <p:grpSp>
        <p:nvGrpSpPr>
          <p:cNvPr id="19" name="Group 18">
            <a:extLst>
              <a:ext uri="{FF2B5EF4-FFF2-40B4-BE49-F238E27FC236}">
                <a16:creationId xmlns:a16="http://schemas.microsoft.com/office/drawing/2014/main" id="{2055608F-2D60-A87D-B4F5-251FC26DE0B1}"/>
              </a:ext>
            </a:extLst>
          </p:cNvPr>
          <p:cNvGrpSpPr>
            <a:grpSpLocks noChangeAspect="1"/>
          </p:cNvGrpSpPr>
          <p:nvPr/>
        </p:nvGrpSpPr>
        <p:grpSpPr>
          <a:xfrm>
            <a:off x="838200" y="3021482"/>
            <a:ext cx="548640" cy="548640"/>
            <a:chOff x="1415845" y="1706233"/>
            <a:chExt cx="822960" cy="822960"/>
          </a:xfrm>
        </p:grpSpPr>
        <p:sp>
          <p:nvSpPr>
            <p:cNvPr id="20" name="Teardrop 19">
              <a:extLst>
                <a:ext uri="{FF2B5EF4-FFF2-40B4-BE49-F238E27FC236}">
                  <a16:creationId xmlns:a16="http://schemas.microsoft.com/office/drawing/2014/main" id="{4721A122-EF73-B6F0-6F4C-8D72A969A002}"/>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25E9465C-0B61-070D-497B-058089E225CC}"/>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2</a:t>
              </a:r>
            </a:p>
          </p:txBody>
        </p:sp>
      </p:grpSp>
      <p:sp>
        <p:nvSpPr>
          <p:cNvPr id="22" name="TextBox 21">
            <a:extLst>
              <a:ext uri="{FF2B5EF4-FFF2-40B4-BE49-F238E27FC236}">
                <a16:creationId xmlns:a16="http://schemas.microsoft.com/office/drawing/2014/main" id="{F0A9E0EA-DD00-13E3-1019-C1FD0B01F445}"/>
              </a:ext>
            </a:extLst>
          </p:cNvPr>
          <p:cNvSpPr txBox="1"/>
          <p:nvPr/>
        </p:nvSpPr>
        <p:spPr>
          <a:xfrm>
            <a:off x="1570663" y="2894977"/>
            <a:ext cx="3265272" cy="801650"/>
          </a:xfrm>
          <a:prstGeom prst="rect">
            <a:avLst/>
          </a:prstGeom>
          <a:noFill/>
          <a:ln>
            <a:noFill/>
          </a:ln>
        </p:spPr>
        <p:txBody>
          <a:bodyPr wrap="square" anchor="t">
            <a:noAutofit/>
          </a:bodyPr>
          <a:lstStyle/>
          <a:p>
            <a:pPr>
              <a:spcAft>
                <a:spcPts val="600"/>
              </a:spcAft>
            </a:pPr>
            <a:r>
              <a:rPr lang="en-US" sz="1100" b="1" dirty="0"/>
              <a:t>Loudness and Tempo</a:t>
            </a:r>
          </a:p>
          <a:p>
            <a:pPr>
              <a:spcAft>
                <a:spcPts val="600"/>
              </a:spcAft>
            </a:pPr>
            <a:r>
              <a:rPr lang="en-US" sz="1000" b="0" i="0" dirty="0">
                <a:effectLst/>
              </a:rPr>
              <a:t>Loudness and Tempo are reported in real-world units (dB, BPM).</a:t>
            </a:r>
          </a:p>
        </p:txBody>
      </p:sp>
      <p:grpSp>
        <p:nvGrpSpPr>
          <p:cNvPr id="25" name="Group 24">
            <a:extLst>
              <a:ext uri="{FF2B5EF4-FFF2-40B4-BE49-F238E27FC236}">
                <a16:creationId xmlns:a16="http://schemas.microsoft.com/office/drawing/2014/main" id="{46A61798-AAAA-E9E8-8764-AF42F1966F49}"/>
              </a:ext>
            </a:extLst>
          </p:cNvPr>
          <p:cNvGrpSpPr>
            <a:grpSpLocks noChangeAspect="1"/>
          </p:cNvGrpSpPr>
          <p:nvPr/>
        </p:nvGrpSpPr>
        <p:grpSpPr>
          <a:xfrm>
            <a:off x="838200" y="4329026"/>
            <a:ext cx="548640" cy="548640"/>
            <a:chOff x="1415845" y="1706233"/>
            <a:chExt cx="822960" cy="822960"/>
          </a:xfrm>
        </p:grpSpPr>
        <p:sp>
          <p:nvSpPr>
            <p:cNvPr id="26" name="Teardrop 25">
              <a:extLst>
                <a:ext uri="{FF2B5EF4-FFF2-40B4-BE49-F238E27FC236}">
                  <a16:creationId xmlns:a16="http://schemas.microsoft.com/office/drawing/2014/main" id="{50AA3942-F2A3-1712-9CE3-015A94A4D178}"/>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a:extLst>
                <a:ext uri="{FF2B5EF4-FFF2-40B4-BE49-F238E27FC236}">
                  <a16:creationId xmlns:a16="http://schemas.microsoft.com/office/drawing/2014/main" id="{46154695-8F9A-8FDE-D58A-1701DD5ABE2A}"/>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3</a:t>
              </a:r>
            </a:p>
          </p:txBody>
        </p:sp>
      </p:grpSp>
      <p:sp>
        <p:nvSpPr>
          <p:cNvPr id="28" name="TextBox 27">
            <a:extLst>
              <a:ext uri="{FF2B5EF4-FFF2-40B4-BE49-F238E27FC236}">
                <a16:creationId xmlns:a16="http://schemas.microsoft.com/office/drawing/2014/main" id="{7B783931-CE85-DFCE-E267-4B3F44F5EDF9}"/>
              </a:ext>
            </a:extLst>
          </p:cNvPr>
          <p:cNvSpPr txBox="1"/>
          <p:nvPr/>
        </p:nvSpPr>
        <p:spPr>
          <a:xfrm>
            <a:off x="1570663" y="4202521"/>
            <a:ext cx="3265272" cy="801650"/>
          </a:xfrm>
          <a:prstGeom prst="rect">
            <a:avLst/>
          </a:prstGeom>
          <a:noFill/>
          <a:ln>
            <a:noFill/>
          </a:ln>
        </p:spPr>
        <p:txBody>
          <a:bodyPr wrap="square" anchor="t">
            <a:noAutofit/>
          </a:bodyPr>
          <a:lstStyle/>
          <a:p>
            <a:pPr>
              <a:spcAft>
                <a:spcPts val="600"/>
              </a:spcAft>
            </a:pPr>
            <a:r>
              <a:rPr lang="en-US" sz="1100" b="1" dirty="0"/>
              <a:t>Duration &amp; Mentions → Unusual Min and Max</a:t>
            </a:r>
          </a:p>
          <a:p>
            <a:pPr>
              <a:spcAft>
                <a:spcPts val="600"/>
              </a:spcAft>
            </a:pPr>
            <a:r>
              <a:rPr lang="en-US" sz="1000" dirty="0"/>
              <a:t>Both variables exhibit extreme min and max values. Likely candidate for outlier treatment or log transformation.</a:t>
            </a:r>
            <a:endParaRPr lang="en-US" sz="1000" b="0" i="0" dirty="0">
              <a:effectLst/>
            </a:endParaRPr>
          </a:p>
        </p:txBody>
      </p:sp>
      <p:grpSp>
        <p:nvGrpSpPr>
          <p:cNvPr id="29" name="Group 28">
            <a:extLst>
              <a:ext uri="{FF2B5EF4-FFF2-40B4-BE49-F238E27FC236}">
                <a16:creationId xmlns:a16="http://schemas.microsoft.com/office/drawing/2014/main" id="{2E115224-68B5-CF46-681F-FDF3B92310F9}"/>
              </a:ext>
            </a:extLst>
          </p:cNvPr>
          <p:cNvGrpSpPr>
            <a:grpSpLocks noChangeAspect="1"/>
          </p:cNvGrpSpPr>
          <p:nvPr/>
        </p:nvGrpSpPr>
        <p:grpSpPr>
          <a:xfrm>
            <a:off x="838200" y="5636570"/>
            <a:ext cx="548640" cy="548640"/>
            <a:chOff x="1415845" y="1706233"/>
            <a:chExt cx="822960" cy="822960"/>
          </a:xfrm>
        </p:grpSpPr>
        <p:sp>
          <p:nvSpPr>
            <p:cNvPr id="30" name="Teardrop 29">
              <a:extLst>
                <a:ext uri="{FF2B5EF4-FFF2-40B4-BE49-F238E27FC236}">
                  <a16:creationId xmlns:a16="http://schemas.microsoft.com/office/drawing/2014/main" id="{1F6DAADC-6DA6-245E-571C-2BBC3352D02B}"/>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DCD783DD-9906-CED7-3340-5CDD65D94BF3}"/>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4</a:t>
              </a:r>
            </a:p>
          </p:txBody>
        </p:sp>
      </p:grpSp>
      <p:sp>
        <p:nvSpPr>
          <p:cNvPr id="32" name="TextBox 31">
            <a:extLst>
              <a:ext uri="{FF2B5EF4-FFF2-40B4-BE49-F238E27FC236}">
                <a16:creationId xmlns:a16="http://schemas.microsoft.com/office/drawing/2014/main" id="{6A87EF6B-63CA-317B-5DD9-4EF6B0FBE96B}"/>
              </a:ext>
            </a:extLst>
          </p:cNvPr>
          <p:cNvSpPr txBox="1"/>
          <p:nvPr/>
        </p:nvSpPr>
        <p:spPr>
          <a:xfrm>
            <a:off x="1570663" y="5510065"/>
            <a:ext cx="3265272" cy="801650"/>
          </a:xfrm>
          <a:prstGeom prst="rect">
            <a:avLst/>
          </a:prstGeom>
          <a:noFill/>
          <a:ln>
            <a:noFill/>
          </a:ln>
        </p:spPr>
        <p:txBody>
          <a:bodyPr wrap="square" anchor="t">
            <a:noAutofit/>
          </a:bodyPr>
          <a:lstStyle/>
          <a:p>
            <a:pPr>
              <a:spcAft>
                <a:spcPts val="600"/>
              </a:spcAft>
            </a:pPr>
            <a:r>
              <a:rPr lang="en-US" sz="1100" b="1" dirty="0"/>
              <a:t>Genre → Requires Consolidation</a:t>
            </a:r>
          </a:p>
          <a:p>
            <a:pPr>
              <a:spcAft>
                <a:spcPts val="600"/>
              </a:spcAft>
            </a:pPr>
            <a:r>
              <a:rPr lang="en-US" sz="1000" dirty="0"/>
              <a:t>Genre exhibits high cardinality and hence requires consolidation.</a:t>
            </a:r>
            <a:endParaRPr lang="en-US" sz="1000" b="0" i="0" dirty="0">
              <a:effectLst/>
            </a:endParaRPr>
          </a:p>
        </p:txBody>
      </p:sp>
      <p:graphicFrame>
        <p:nvGraphicFramePr>
          <p:cNvPr id="4" name="Table 3">
            <a:extLst>
              <a:ext uri="{FF2B5EF4-FFF2-40B4-BE49-F238E27FC236}">
                <a16:creationId xmlns:a16="http://schemas.microsoft.com/office/drawing/2014/main" id="{7C9C976C-41C2-977E-C6FF-A6CB6EB847A7}"/>
              </a:ext>
            </a:extLst>
          </p:cNvPr>
          <p:cNvGraphicFramePr>
            <a:graphicFrameLocks noGrp="1"/>
          </p:cNvGraphicFramePr>
          <p:nvPr/>
        </p:nvGraphicFramePr>
        <p:xfrm>
          <a:off x="5395869" y="1587433"/>
          <a:ext cx="6675120" cy="3337794"/>
        </p:xfrm>
        <a:graphic>
          <a:graphicData uri="http://schemas.openxmlformats.org/drawingml/2006/table">
            <a:tbl>
              <a:tblPr firstRow="1" bandRow="1">
                <a:noFill/>
              </a:tblPr>
              <a:tblGrid>
                <a:gridCol w="1371600">
                  <a:extLst>
                    <a:ext uri="{9D8B030D-6E8A-4147-A177-3AD203B41FA5}">
                      <a16:colId xmlns:a16="http://schemas.microsoft.com/office/drawing/2014/main" val="2300436916"/>
                    </a:ext>
                  </a:extLst>
                </a:gridCol>
                <a:gridCol w="1554480">
                  <a:extLst>
                    <a:ext uri="{9D8B030D-6E8A-4147-A177-3AD203B41FA5}">
                      <a16:colId xmlns:a16="http://schemas.microsoft.com/office/drawing/2014/main" val="2744982707"/>
                    </a:ext>
                  </a:extLst>
                </a:gridCol>
                <a:gridCol w="640080">
                  <a:extLst>
                    <a:ext uri="{9D8B030D-6E8A-4147-A177-3AD203B41FA5}">
                      <a16:colId xmlns:a16="http://schemas.microsoft.com/office/drawing/2014/main" val="3307344310"/>
                    </a:ext>
                  </a:extLst>
                </a:gridCol>
                <a:gridCol w="640080">
                  <a:extLst>
                    <a:ext uri="{9D8B030D-6E8A-4147-A177-3AD203B41FA5}">
                      <a16:colId xmlns:a16="http://schemas.microsoft.com/office/drawing/2014/main" val="3462342655"/>
                    </a:ext>
                  </a:extLst>
                </a:gridCol>
                <a:gridCol w="548640">
                  <a:extLst>
                    <a:ext uri="{9D8B030D-6E8A-4147-A177-3AD203B41FA5}">
                      <a16:colId xmlns:a16="http://schemas.microsoft.com/office/drawing/2014/main" val="101887349"/>
                    </a:ext>
                  </a:extLst>
                </a:gridCol>
                <a:gridCol w="640080">
                  <a:extLst>
                    <a:ext uri="{9D8B030D-6E8A-4147-A177-3AD203B41FA5}">
                      <a16:colId xmlns:a16="http://schemas.microsoft.com/office/drawing/2014/main" val="3455523546"/>
                    </a:ext>
                  </a:extLst>
                </a:gridCol>
                <a:gridCol w="640080">
                  <a:extLst>
                    <a:ext uri="{9D8B030D-6E8A-4147-A177-3AD203B41FA5}">
                      <a16:colId xmlns:a16="http://schemas.microsoft.com/office/drawing/2014/main" val="3297952851"/>
                    </a:ext>
                  </a:extLst>
                </a:gridCol>
                <a:gridCol w="640080">
                  <a:extLst>
                    <a:ext uri="{9D8B030D-6E8A-4147-A177-3AD203B41FA5}">
                      <a16:colId xmlns:a16="http://schemas.microsoft.com/office/drawing/2014/main" val="723762412"/>
                    </a:ext>
                  </a:extLst>
                </a:gridCol>
              </a:tblGrid>
              <a:tr h="274320">
                <a:tc>
                  <a:txBody>
                    <a:bodyPr/>
                    <a:lstStyle/>
                    <a:p>
                      <a:pPr>
                        <a:buNone/>
                      </a:pPr>
                      <a:r>
                        <a:rPr lang="en-US" sz="1000" b="1" cap="none" spc="0" dirty="0">
                          <a:solidFill>
                            <a:schemeClr val="tx1"/>
                          </a:solidFill>
                        </a:rPr>
                        <a:t>Variable</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19050" cap="flat" cmpd="sng" algn="ctr">
                      <a:solidFill>
                        <a:srgbClr val="00B050"/>
                      </a:solidFill>
                      <a:prstDash val="solid"/>
                      <a:round/>
                      <a:headEnd type="none" w="med" len="med"/>
                      <a:tailEnd type="none" w="med" len="med"/>
                    </a:lnB>
                    <a:noFill/>
                  </a:tcPr>
                </a:tc>
                <a:tc>
                  <a:txBody>
                    <a:bodyPr/>
                    <a:lstStyle/>
                    <a:p>
                      <a:pPr>
                        <a:buNone/>
                      </a:pPr>
                      <a:r>
                        <a:rPr lang="en-US" sz="1000" b="1" cap="none" spc="0" dirty="0">
                          <a:solidFill>
                            <a:schemeClr val="tx1"/>
                          </a:solidFill>
                        </a:rPr>
                        <a:t>Definition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Mean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Std Dev</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Min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Max</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kumimoji="0" lang="en-US" sz="1000" b="1" i="0" u="none" strike="noStrike" kern="1200" cap="none" spc="0" normalizeH="0" baseline="0" noProof="0" dirty="0">
                          <a:ln>
                            <a:noFill/>
                          </a:ln>
                          <a:solidFill>
                            <a:prstClr val="black"/>
                          </a:solidFill>
                          <a:effectLst/>
                          <a:uLnTx/>
                          <a:uFillTx/>
                          <a:latin typeface="Aptos" panose="02110004020202020204"/>
                          <a:ea typeface="+mn-ea"/>
                          <a:cs typeface="+mn-cs"/>
                        </a:rPr>
                        <a:t>Count</a:t>
                      </a:r>
                      <a:endParaRPr lang="en-US" sz="1000" b="1" cap="all" spc="60" dirty="0">
                        <a:solidFill>
                          <a:schemeClr val="tx1"/>
                        </a:solidFill>
                      </a:endParaRPr>
                    </a:p>
                  </a:txBody>
                  <a:tcPr marL="71326" marR="71326" marT="83937" marB="83937" anchor="b">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kumimoji="0" lang="en-US" sz="1000" b="1" i="0" u="none" strike="noStrike" kern="1200" cap="none" spc="0" normalizeH="0" baseline="0" noProof="0" dirty="0">
                          <a:ln>
                            <a:noFill/>
                          </a:ln>
                          <a:solidFill>
                            <a:prstClr val="black"/>
                          </a:solidFill>
                          <a:effectLst/>
                          <a:uLnTx/>
                          <a:uFillTx/>
                          <a:latin typeface="Aptos" panose="02110004020202020204"/>
                          <a:ea typeface="+mn-ea"/>
                          <a:cs typeface="+mn-cs"/>
                        </a:rPr>
                        <a:t>Unique</a:t>
                      </a:r>
                      <a:endParaRPr lang="en-US" sz="1000" b="1" cap="all" spc="60" dirty="0">
                        <a:solidFill>
                          <a:schemeClr val="tx1"/>
                        </a:solidFill>
                      </a:endParaRPr>
                    </a:p>
                  </a:txBody>
                  <a:tcPr marL="71326" marR="71326" marT="83937" marB="83937" anchor="b">
                    <a:lnL w="12700" cmpd="sng">
                      <a:noFill/>
                    </a:lnL>
                    <a:lnR w="12700" cmpd="sng">
                      <a:noFill/>
                    </a:lnR>
                    <a:lnT w="28575"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noFill/>
                  </a:tcPr>
                </a:tc>
                <a:extLst>
                  <a:ext uri="{0D108BD9-81ED-4DB2-BD59-A6C34878D82A}">
                    <a16:rowId xmlns:a16="http://schemas.microsoft.com/office/drawing/2014/main" val="1710582315"/>
                  </a:ext>
                </a:extLst>
              </a:tr>
              <a:tr h="274320">
                <a:tc>
                  <a:txBody>
                    <a:bodyPr/>
                    <a:lstStyle/>
                    <a:p>
                      <a:pPr>
                        <a:buNone/>
                      </a:pPr>
                      <a:r>
                        <a:rPr lang="en-US" sz="1000" cap="none" spc="0" dirty="0">
                          <a:solidFill>
                            <a:schemeClr val="tx1"/>
                          </a:solidFill>
                        </a:rPr>
                        <a:t>DANCEABILITY</a:t>
                      </a:r>
                    </a:p>
                  </a:txBody>
                  <a:tcPr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tc>
                  <a:txBody>
                    <a:bodyPr/>
                    <a:lstStyle/>
                    <a:p>
                      <a:pPr marL="0" algn="l" defTabSz="914400" rtl="0" eaLnBrk="1" latinLnBrk="0" hangingPunct="1">
                        <a:buNone/>
                      </a:pPr>
                      <a:r>
                        <a:rPr lang="en-US" sz="1000" b="0" kern="1200" cap="none" spc="0" dirty="0">
                          <a:solidFill>
                            <a:schemeClr val="tx1"/>
                          </a:solidFill>
                          <a:latin typeface="+mn-lt"/>
                          <a:ea typeface="+mn-ea"/>
                          <a:cs typeface="+mn-cs"/>
                        </a:rPr>
                        <a:t>Rhythm suitability (0–1)</a:t>
                      </a:r>
                    </a:p>
                  </a:txBody>
                  <a:tcPr anchor="ctr">
                    <a:lnL w="19050" cap="flat" cmpd="sng" algn="ctr">
                      <a:solidFill>
                        <a:srgbClr val="00B050"/>
                      </a:solidFill>
                      <a:prstDash val="solid"/>
                      <a:round/>
                      <a:headEnd type="none" w="med" len="med"/>
                      <a:tailEnd type="none" w="med" len="med"/>
                    </a:lnL>
                    <a:lnR w="12700" cmpd="sng">
                      <a:noFill/>
                      <a:prstDash val="solid"/>
                    </a:lnR>
                    <a:lnT w="38100" cmpd="sng">
                      <a:noFill/>
                    </a:lnT>
                    <a:lnB w="12700" cmpd="sng">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0.60</a:t>
                      </a:r>
                    </a:p>
                  </a:txBody>
                  <a:tcPr marL="77955" marR="77955" marT="38977" marB="38977" anchor="ctr">
                    <a:lnL w="12700" cmpd="sng">
                      <a:noFill/>
                      <a:prstDash val="solid"/>
                    </a:lnL>
                    <a:lnR w="12700" cmpd="sng">
                      <a:noFill/>
                      <a:prstDash val="solid"/>
                    </a:lnR>
                    <a:lnT w="381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0.14</a:t>
                      </a:r>
                    </a:p>
                  </a:txBody>
                  <a:tcPr marL="77955" marR="77955" marT="38977" marB="38977" anchor="ctr">
                    <a:lnL w="12700" cmpd="sng">
                      <a:noFill/>
                      <a:prstDash val="solid"/>
                    </a:lnL>
                    <a:lnR w="12700" cmpd="sng">
                      <a:noFill/>
                      <a:prstDash val="solid"/>
                    </a:lnR>
                    <a:lnT w="38100" cmpd="sng">
                      <a:noFill/>
                    </a:lnT>
                    <a:lnB w="12700" cmpd="sng">
                      <a:noFill/>
                      <a:prstDash val="solid"/>
                    </a:lnB>
                    <a:lnTlToBr w="12700" cmpd="sng">
                      <a:noFill/>
                      <a:prstDash val="solid"/>
                    </a:lnTlToBr>
                    <a:lnBlToTr w="12700" cmpd="sng">
                      <a:noFill/>
                      <a:prstDash val="solid"/>
                    </a:lnBlToTr>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0</a:t>
                      </a:r>
                    </a:p>
                  </a:txBody>
                  <a:tcPr marL="77955" marR="77955" marT="38977" marB="38977" anchor="ctr">
                    <a:lnL w="12700" cmpd="sng">
                      <a:noFill/>
                      <a:prstDash val="solid"/>
                    </a:lnL>
                    <a:lnR w="12700" cmpd="sng">
                      <a:noFill/>
                      <a:prstDash val="solid"/>
                    </a:lnR>
                    <a:lnT w="381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0.99</a:t>
                      </a:r>
                    </a:p>
                  </a:txBody>
                  <a:tcPr marL="77955" marR="77955" marT="38977" marB="38977" anchor="ctr">
                    <a:lnL w="12700" cmpd="sng">
                      <a:noFill/>
                      <a:prstDash val="solid"/>
                    </a:lnL>
                    <a:lnR w="12700" cmpd="sng">
                      <a:noFill/>
                      <a:prstDash val="solid"/>
                    </a:lnR>
                    <a:lnT w="38100" cmpd="sng">
                      <a:noFill/>
                    </a:lnT>
                    <a:lnB w="12700" cmpd="sng">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2700" cmpd="sng">
                      <a:noFill/>
                      <a:prstDash val="solid"/>
                    </a:lnL>
                    <a:lnR w="19050" cap="flat" cmpd="sng" algn="ctr">
                      <a:noFill/>
                      <a:prstDash val="solid"/>
                      <a:round/>
                      <a:headEnd type="none" w="med" len="med"/>
                      <a:tailEnd type="none" w="med" len="med"/>
                    </a:lnR>
                    <a:lnT w="38100" cmpd="sng">
                      <a:noFill/>
                    </a:lnT>
                    <a:lnB w="12700" cmpd="sng">
                      <a:noFill/>
                      <a:prstDash val="soli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a:t>
                      </a:r>
                    </a:p>
                  </a:txBody>
                  <a:tcPr marL="71326" marR="71326" marT="35663" marB="83937"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185279691"/>
                  </a:ext>
                </a:extLst>
              </a:tr>
              <a:tr h="274320">
                <a:tc>
                  <a:txBody>
                    <a:bodyPr/>
                    <a:lstStyle/>
                    <a:p>
                      <a:pPr>
                        <a:buNone/>
                      </a:pPr>
                      <a:r>
                        <a:rPr lang="en-US" sz="1000" cap="none" spc="0" dirty="0">
                          <a:solidFill>
                            <a:schemeClr val="tx1"/>
                          </a:solidFill>
                        </a:rPr>
                        <a:t>ENERGY</a:t>
                      </a:r>
                    </a:p>
                  </a:txBody>
                  <a:tcPr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tc>
                  <a:txBody>
                    <a:bodyPr/>
                    <a:lstStyle/>
                    <a:p>
                      <a:pPr marL="0" algn="l" defTabSz="914400" rtl="0" eaLnBrk="1" latinLnBrk="0" hangingPunct="1">
                        <a:buNone/>
                      </a:pPr>
                      <a:r>
                        <a:rPr lang="en-US" sz="1000" b="0" kern="1200" cap="none" spc="0" dirty="0">
                          <a:solidFill>
                            <a:schemeClr val="tx1"/>
                          </a:solidFill>
                          <a:latin typeface="+mn-lt"/>
                          <a:ea typeface="+mn-ea"/>
                          <a:cs typeface="+mn-cs"/>
                        </a:rPr>
                        <a:t>Track intensity (0–1)</a:t>
                      </a:r>
                    </a:p>
                  </a:txBody>
                  <a:tcPr anchor="ctr">
                    <a:lnL w="19050" cap="flat" cmpd="sng" algn="ctr">
                      <a:solidFill>
                        <a:srgbClr val="00B050"/>
                      </a:solidFill>
                      <a:prstDash val="solid"/>
                      <a:round/>
                      <a:headEnd type="none" w="med" len="med"/>
                      <a:tailEnd type="none" w="med" len="med"/>
                    </a:lnL>
                    <a:lnR w="12700" cmpd="sng">
                      <a:noFill/>
                      <a:prstDash val="solid"/>
                    </a:lnR>
                    <a:lnT w="12700" cmpd="sng">
                      <a:noFill/>
                      <a:prstDash val="solid"/>
                    </a:lnT>
                    <a:lnB w="12700" cmpd="sng">
                      <a:noFill/>
                      <a:prstDash val="solid"/>
                    </a:lnB>
                    <a:solidFill>
                      <a:srgbClr val="EDF2FB"/>
                    </a:solidFill>
                  </a:tcPr>
                </a:tc>
                <a:tc>
                  <a:txBody>
                    <a:bodyPr/>
                    <a:lstStyle/>
                    <a:p>
                      <a:pPr marL="0" algn="ctr" defTabSz="914400" rtl="0" eaLnBrk="1" latinLnBrk="0" hangingPunct="1">
                        <a:buNone/>
                      </a:pPr>
                      <a:r>
                        <a:rPr lang="en-US" sz="1000" kern="1200" dirty="0">
                          <a:solidFill>
                            <a:schemeClr val="tx1"/>
                          </a:solidFill>
                          <a:latin typeface="+mn-lt"/>
                          <a:ea typeface="+mn-ea"/>
                          <a:cs typeface="+mn-cs"/>
                        </a:rPr>
                        <a:t>0.62</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0.28</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tc>
                  <a:txBody>
                    <a:bodyPr/>
                    <a:lstStyle/>
                    <a:p>
                      <a:pPr marL="0" algn="ctr" defTabSz="914400" rtl="0" eaLnBrk="1" latinLnBrk="0" hangingPunct="1">
                        <a:buNone/>
                      </a:pPr>
                      <a:r>
                        <a:rPr lang="en-US" sz="1000" kern="1200" dirty="0">
                          <a:solidFill>
                            <a:schemeClr val="tx1"/>
                          </a:solidFill>
                          <a:latin typeface="+mn-lt"/>
                          <a:ea typeface="+mn-ea"/>
                          <a:cs typeface="+mn-cs"/>
                        </a:rPr>
                        <a:t>0.0006</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0.997</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2700" cmpd="sng">
                      <a:noFill/>
                      <a:prstDash val="solid"/>
                    </a:lnL>
                    <a:lnR w="1905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tc>
                  <a:txBody>
                    <a:bodyPr/>
                    <a:lstStyle/>
                    <a:p>
                      <a:pPr algn="ctr">
                        <a:buNone/>
                      </a:pPr>
                      <a:r>
                        <a:rPr lang="en-US" sz="1000" cap="none" spc="0" dirty="0">
                          <a:solidFill>
                            <a:schemeClr val="tx1"/>
                          </a:solidFill>
                        </a:rPr>
                        <a:t>-</a:t>
                      </a:r>
                    </a:p>
                  </a:txBody>
                  <a:tcPr marL="71326" marR="71326" marT="35663" marB="83937"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extLst>
                  <a:ext uri="{0D108BD9-81ED-4DB2-BD59-A6C34878D82A}">
                    <a16:rowId xmlns:a16="http://schemas.microsoft.com/office/drawing/2014/main" val="2291166567"/>
                  </a:ext>
                </a:extLst>
              </a:tr>
              <a:tr h="274320">
                <a:tc>
                  <a:txBody>
                    <a:bodyPr/>
                    <a:lstStyle/>
                    <a:p>
                      <a:pPr>
                        <a:buNone/>
                      </a:pPr>
                      <a:r>
                        <a:rPr lang="en-US" sz="1000" cap="none" spc="0" dirty="0">
                          <a:solidFill>
                            <a:schemeClr val="tx1"/>
                          </a:solidFill>
                        </a:rPr>
                        <a:t>VALENCE</a:t>
                      </a:r>
                    </a:p>
                  </a:txBody>
                  <a:tcPr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algn="l" defTabSz="914400" rtl="0" eaLnBrk="1" latinLnBrk="0" hangingPunct="1">
                        <a:buNone/>
                      </a:pPr>
                      <a:r>
                        <a:rPr lang="en-US" sz="1000" b="0" kern="1200" cap="none" spc="0" dirty="0">
                          <a:solidFill>
                            <a:schemeClr val="tx1"/>
                          </a:solidFill>
                          <a:latin typeface="+mn-lt"/>
                          <a:ea typeface="+mn-ea"/>
                          <a:cs typeface="+mn-cs"/>
                        </a:rPr>
                        <a:t>Musical positivity</a:t>
                      </a:r>
                    </a:p>
                  </a:txBody>
                  <a:tcPr anchor="ctr">
                    <a:lnL w="19050" cap="flat" cmpd="sng" algn="ctr">
                      <a:solidFill>
                        <a:srgbClr val="00B050"/>
                      </a:solidFill>
                      <a:prstDash val="solid"/>
                      <a:round/>
                      <a:headEnd type="none" w="med" len="med"/>
                      <a:tailEnd type="none" w="med" len="med"/>
                    </a:lnL>
                    <a:lnR w="12700" cmpd="sng">
                      <a:noFill/>
                      <a:prstDash val="solid"/>
                    </a:lnR>
                    <a:lnT w="12700" cmpd="sng">
                      <a:noFill/>
                      <a:prstDash val="solid"/>
                    </a:lnT>
                    <a:lnB w="12700" cmpd="sng">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0.60</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0.22</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0</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0.99</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2700" cmpd="sng">
                      <a:noFill/>
                      <a:prstDash val="solid"/>
                    </a:lnL>
                    <a:lnR w="19050" cap="flat" cmpd="sng" algn="ctr">
                      <a:noFill/>
                      <a:prstDash val="solid"/>
                      <a:round/>
                      <a:headEnd type="none" w="med" len="med"/>
                      <a:tailEnd type="none" w="med" len="med"/>
                    </a:lnR>
                    <a:lnT w="12700" cmpd="sng">
                      <a:noFill/>
                      <a:prstDash val="soli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a:t>
                      </a:r>
                    </a:p>
                  </a:txBody>
                  <a:tcPr marL="71326" marR="71326" marT="35663" marB="83937"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prstDash val="soli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6803983"/>
                  </a:ext>
                </a:extLst>
              </a:tr>
              <a:tr h="274320">
                <a:tc>
                  <a:txBody>
                    <a:bodyPr/>
                    <a:lstStyle/>
                    <a:p>
                      <a:pPr>
                        <a:buNone/>
                      </a:pPr>
                      <a:r>
                        <a:rPr lang="en-US" sz="1000" cap="none" spc="0" dirty="0">
                          <a:solidFill>
                            <a:schemeClr val="tx1"/>
                          </a:solidFill>
                        </a:rPr>
                        <a:t>ACOUSTICNESS</a:t>
                      </a:r>
                    </a:p>
                  </a:txBody>
                  <a:tcPr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tc>
                  <a:txBody>
                    <a:bodyPr/>
                    <a:lstStyle/>
                    <a:p>
                      <a:pPr marL="0" algn="l" defTabSz="914400" rtl="0" eaLnBrk="1" latinLnBrk="0" hangingPunct="1">
                        <a:buNone/>
                      </a:pPr>
                      <a:r>
                        <a:rPr lang="en-US" sz="1000" b="0" kern="1200" cap="none" spc="0" dirty="0">
                          <a:solidFill>
                            <a:schemeClr val="tx1"/>
                          </a:solidFill>
                          <a:latin typeface="+mn-lt"/>
                          <a:ea typeface="+mn-ea"/>
                          <a:cs typeface="+mn-cs"/>
                        </a:rPr>
                        <a:t>Acoustic probability</a:t>
                      </a:r>
                    </a:p>
                  </a:txBody>
                  <a:tcPr anchor="ctr">
                    <a:lnL w="19050" cap="flat" cmpd="sng" algn="ctr">
                      <a:solidFill>
                        <a:srgbClr val="00B050"/>
                      </a:solidFill>
                      <a:prstDash val="solid"/>
                      <a:round/>
                      <a:headEnd type="none" w="med" len="med"/>
                      <a:tailEnd type="none" w="med" len="med"/>
                    </a:lnL>
                    <a:lnR w="12700" cmpd="sng">
                      <a:noFill/>
                      <a:prstDash val="solid"/>
                    </a:lnR>
                    <a:lnT w="12700" cmpd="sng">
                      <a:noFill/>
                      <a:prstDash val="solid"/>
                    </a:lnT>
                    <a:lnB w="12700" cmpd="sng">
                      <a:noFill/>
                      <a:prstDash val="solid"/>
                    </a:lnB>
                    <a:solidFill>
                      <a:srgbClr val="EDF2FB"/>
                    </a:solidFill>
                  </a:tcPr>
                </a:tc>
                <a:tc>
                  <a:txBody>
                    <a:bodyPr/>
                    <a:lstStyle/>
                    <a:p>
                      <a:pPr marL="0" algn="ctr" defTabSz="914400" rtl="0" eaLnBrk="1" latinLnBrk="0" hangingPunct="1">
                        <a:buNone/>
                      </a:pPr>
                      <a:r>
                        <a:rPr lang="en-US" sz="1000" kern="1200" dirty="0">
                          <a:solidFill>
                            <a:schemeClr val="tx1"/>
                          </a:solidFill>
                          <a:latin typeface="+mn-lt"/>
                          <a:ea typeface="+mn-ea"/>
                          <a:cs typeface="+mn-cs"/>
                        </a:rPr>
                        <a:t>0.28</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0.26</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tc>
                  <a:txBody>
                    <a:bodyPr/>
                    <a:lstStyle/>
                    <a:p>
                      <a:pPr marL="0" algn="ctr" defTabSz="914400" rtl="0" eaLnBrk="1" latinLnBrk="0" hangingPunct="1">
                        <a:buNone/>
                      </a:pPr>
                      <a:r>
                        <a:rPr lang="en-US" sz="1000" kern="1200" dirty="0">
                          <a:solidFill>
                            <a:schemeClr val="tx1"/>
                          </a:solidFill>
                          <a:latin typeface="+mn-lt"/>
                          <a:ea typeface="+mn-ea"/>
                          <a:cs typeface="+mn-cs"/>
                        </a:rPr>
                        <a:t>0</a:t>
                      </a:r>
                    </a:p>
                  </a:txBody>
                  <a:tcPr marL="77955" marR="77955" marT="38977" marB="38977"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0.99</a:t>
                      </a:r>
                    </a:p>
                  </a:txBody>
                  <a:tcPr marL="77955" marR="77955" marT="38977" marB="38977" anchor="ctr">
                    <a:lnL w="12700" cmpd="sng">
                      <a:noFill/>
                      <a:prstDash val="solid"/>
                    </a:lnL>
                    <a:lnR w="1905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prstDash val="soli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F2FB"/>
                    </a:solidFill>
                  </a:tcPr>
                </a:tc>
                <a:tc>
                  <a:txBody>
                    <a:bodyPr/>
                    <a:lstStyle/>
                    <a:p>
                      <a:pPr algn="ctr">
                        <a:buNone/>
                      </a:pPr>
                      <a:r>
                        <a:rPr lang="en-US" sz="1000" cap="none" spc="0" dirty="0">
                          <a:solidFill>
                            <a:schemeClr val="tx1"/>
                          </a:solidFill>
                        </a:rPr>
                        <a:t>-</a:t>
                      </a:r>
                    </a:p>
                  </a:txBody>
                  <a:tcPr marL="71326" marR="71326" marT="35663" marB="83937" anchor="ctr">
                    <a:lnL w="19050" cap="flat" cmpd="sng" algn="ctr">
                      <a:noFill/>
                      <a:prstDash val="solid"/>
                      <a:round/>
                      <a:headEnd type="none" w="med" len="med"/>
                      <a:tailEnd type="none" w="med" len="med"/>
                    </a:lnL>
                    <a:lnR w="12700" cmpd="sng">
                      <a:noFill/>
                      <a:prstDash val="solid"/>
                    </a:lnR>
                    <a:lnT w="12700" cmpd="sng">
                      <a:noFill/>
                      <a:prstDash val="soli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EDF2FB"/>
                    </a:solidFill>
                  </a:tcPr>
                </a:tc>
                <a:extLst>
                  <a:ext uri="{0D108BD9-81ED-4DB2-BD59-A6C34878D82A}">
                    <a16:rowId xmlns:a16="http://schemas.microsoft.com/office/drawing/2014/main" val="1854026508"/>
                  </a:ext>
                </a:extLst>
              </a:tr>
              <a:tr h="274320">
                <a:tc>
                  <a:txBody>
                    <a:bodyPr/>
                    <a:lstStyle/>
                    <a:p>
                      <a:pPr>
                        <a:buNone/>
                      </a:pPr>
                      <a:r>
                        <a:rPr lang="en-US" sz="1000" cap="none" spc="0" dirty="0">
                          <a:solidFill>
                            <a:schemeClr val="tx1"/>
                          </a:solidFill>
                        </a:rPr>
                        <a:t>SPEECHINESS</a:t>
                      </a:r>
                    </a:p>
                  </a:txBody>
                  <a:tcPr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algn="l" defTabSz="914400" rtl="0" eaLnBrk="1" latinLnBrk="0" hangingPunct="1">
                        <a:buNone/>
                      </a:pPr>
                      <a:r>
                        <a:rPr lang="en-US" sz="1000" b="0" kern="1200" cap="none" spc="0" dirty="0">
                          <a:solidFill>
                            <a:schemeClr val="tx1"/>
                          </a:solidFill>
                          <a:latin typeface="+mn-lt"/>
                          <a:ea typeface="+mn-ea"/>
                          <a:cs typeface="+mn-cs"/>
                        </a:rPr>
                        <a:t>Spoken-word content</a:t>
                      </a:r>
                    </a:p>
                  </a:txBody>
                  <a:tcPr anchor="ctr">
                    <a:lnL w="19050" cap="flat" cmpd="sng" algn="ctr">
                      <a:solidFill>
                        <a:srgbClr val="00B050"/>
                      </a:solidFill>
                      <a:prstDash val="solid"/>
                      <a:round/>
                      <a:headEnd type="none" w="med" len="med"/>
                      <a:tailEnd type="none" w="med" len="med"/>
                    </a:lnL>
                    <a:lnR w="12700" cmpd="sng">
                      <a:noFill/>
                      <a:prstDash val="solid"/>
                    </a:lnR>
                    <a:lnT w="12700" cmpd="sng">
                      <a:noFill/>
                      <a:prstDash val="solid"/>
                    </a:lnT>
                    <a:lnB w="12700" cap="flat" cmpd="sng" algn="ctr">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0.07</a:t>
                      </a:r>
                    </a:p>
                  </a:txBody>
                  <a:tcPr marL="77955" marR="77955" marT="38977" marB="3897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0.08</a:t>
                      </a:r>
                    </a:p>
                  </a:txBody>
                  <a:tcPr marL="77955" marR="77955" marT="38977" marB="3897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0</a:t>
                      </a:r>
                    </a:p>
                  </a:txBody>
                  <a:tcPr marL="77955" marR="77955" marT="38977" marB="3897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0.95</a:t>
                      </a:r>
                    </a:p>
                  </a:txBody>
                  <a:tcPr marL="77955" marR="77955" marT="38977" marB="3897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2700" cmpd="sng">
                      <a:noFill/>
                      <a:prstDash val="soli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a:t>
                      </a:r>
                    </a:p>
                  </a:txBody>
                  <a:tcPr marL="71326" marR="71326" marT="35663" marB="83937"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938035"/>
                  </a:ext>
                </a:extLst>
              </a:tr>
              <a:tr h="274320">
                <a:tc>
                  <a:txBody>
                    <a:bodyPr/>
                    <a:lstStyle/>
                    <a:p>
                      <a:pPr>
                        <a:buNone/>
                      </a:pPr>
                      <a:r>
                        <a:rPr lang="en-US" sz="1000" cap="none" spc="0" dirty="0">
                          <a:solidFill>
                            <a:schemeClr val="tx1"/>
                          </a:solidFill>
                        </a:rPr>
                        <a:t>INSTRUMENTALNESS</a:t>
                      </a:r>
                    </a:p>
                  </a:txBody>
                  <a:tcPr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2700" cmpd="sng">
                      <a:noFill/>
                      <a:prstDash val="soli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F2FB"/>
                    </a:solidFill>
                  </a:tcPr>
                </a:tc>
                <a:tc>
                  <a:txBody>
                    <a:bodyPr/>
                    <a:lstStyle/>
                    <a:p>
                      <a:pPr marL="0" algn="l" defTabSz="914400" rtl="0" eaLnBrk="1" latinLnBrk="0" hangingPunct="1">
                        <a:buNone/>
                      </a:pPr>
                      <a:r>
                        <a:rPr lang="en-US" sz="1000" b="0" kern="1200" cap="none" spc="0" dirty="0">
                          <a:solidFill>
                            <a:schemeClr val="tx1"/>
                          </a:solidFill>
                          <a:latin typeface="+mn-lt"/>
                          <a:ea typeface="+mn-ea"/>
                          <a:cs typeface="+mn-cs"/>
                        </a:rPr>
                        <a:t>Instrumental probability</a:t>
                      </a:r>
                    </a:p>
                  </a:txBody>
                  <a:tcPr anchor="ctr">
                    <a:lnL w="19050" cap="flat" cmpd="sng" algn="ctr">
                      <a:solidFill>
                        <a:srgbClr val="00B050"/>
                      </a:solidFill>
                      <a:prstDash val="solid"/>
                      <a:round/>
                      <a:headEnd type="none" w="med" len="med"/>
                      <a:tailEnd type="none" w="med" len="med"/>
                    </a:lnL>
                    <a:lnR w="12700" cmpd="sng">
                      <a:noFill/>
                      <a:prstDash val="solid"/>
                    </a:lnR>
                    <a:lnT w="12700" cmpd="sng">
                      <a:noFill/>
                      <a:prstDash val="solid"/>
                    </a:lnT>
                    <a:lnB w="12700" cap="flat" cmpd="sng" algn="ctr">
                      <a:noFill/>
                      <a:prstDash val="solid"/>
                    </a:lnB>
                    <a:solidFill>
                      <a:srgbClr val="EDF2FB"/>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cap="none" spc="0" dirty="0">
                          <a:solidFill>
                            <a:schemeClr val="tx1"/>
                          </a:solidFill>
                        </a:rPr>
                        <a:t>0.03</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rgbClr val="EDF2FB"/>
                    </a:solidFill>
                  </a:tcPr>
                </a:tc>
                <a:tc>
                  <a:txBody>
                    <a:bodyPr/>
                    <a:lstStyle/>
                    <a:p>
                      <a:pPr algn="ctr">
                        <a:buNone/>
                      </a:pPr>
                      <a:r>
                        <a:rPr lang="en-US" sz="1000" cap="none" spc="0" dirty="0">
                          <a:solidFill>
                            <a:schemeClr val="tx1"/>
                          </a:solidFill>
                        </a:rPr>
                        <a:t>0.12</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rgbClr val="EDF2FB"/>
                    </a:solidFill>
                  </a:tcPr>
                </a:tc>
                <a:tc>
                  <a:txBody>
                    <a:bodyPr/>
                    <a:lstStyle/>
                    <a:p>
                      <a:pPr algn="ctr">
                        <a:buNone/>
                      </a:pPr>
                      <a:r>
                        <a:rPr lang="en-US" sz="1000" cap="none" spc="0" dirty="0">
                          <a:solidFill>
                            <a:schemeClr val="tx1"/>
                          </a:solidFill>
                        </a:rPr>
                        <a:t>0</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rgbClr val="EDF2FB"/>
                    </a:solidFill>
                  </a:tcPr>
                </a:tc>
                <a:tc>
                  <a:txBody>
                    <a:bodyPr/>
                    <a:lstStyle/>
                    <a:p>
                      <a:pPr algn="ctr">
                        <a:buNone/>
                      </a:pPr>
                      <a:r>
                        <a:rPr lang="en-US" sz="1000" cap="none" spc="0" dirty="0">
                          <a:solidFill>
                            <a:schemeClr val="tx1"/>
                          </a:solidFill>
                        </a:rPr>
                        <a:t>0.98</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rgbClr val="EDF2FB"/>
                    </a:solidFill>
                  </a:tcPr>
                </a:tc>
                <a:tc>
                  <a:txBody>
                    <a:bodyPr/>
                    <a:lstStyle/>
                    <a:p>
                      <a:pPr algn="ctr">
                        <a:buNone/>
                      </a:pPr>
                      <a:r>
                        <a:rPr lang="en-US" sz="1000" cap="none" spc="0" dirty="0">
                          <a:solidFill>
                            <a:schemeClr val="tx1"/>
                          </a:solidFill>
                        </a:rPr>
                        <a:t>-</a:t>
                      </a:r>
                    </a:p>
                  </a:txBody>
                  <a:tcPr marL="71326" marR="71326" marT="35663" marB="83937" anchor="ctr">
                    <a:lnL w="12700" cmpd="sng">
                      <a:noFill/>
                      <a:prstDash val="solid"/>
                    </a:lnL>
                    <a:lnR w="12700" cmpd="sng">
                      <a:noFill/>
                      <a:prstDash val="solid"/>
                    </a:lnR>
                    <a:lnT w="28575" cap="flat" cmpd="sng" algn="ctr">
                      <a:noFill/>
                      <a:prstDash val="solid"/>
                      <a:round/>
                      <a:headEnd type="none" w="med" len="med"/>
                      <a:tailEnd type="none" w="med" len="med"/>
                    </a:lnT>
                    <a:lnB w="12700" cap="flat" cmpd="sng" algn="ctr">
                      <a:noFill/>
                      <a:prstDash val="solid"/>
                    </a:lnB>
                    <a:lnTlToBr w="12700" cmpd="sng">
                      <a:noFill/>
                      <a:prstDash val="solid"/>
                    </a:lnTlToBr>
                    <a:lnBlToTr w="12700" cmpd="sng">
                      <a:noFill/>
                      <a:prstDash val="solid"/>
                    </a:lnBlToTr>
                    <a:solidFill>
                      <a:srgbClr val="EDF2FB"/>
                    </a:solidFill>
                  </a:tcPr>
                </a:tc>
                <a:extLst>
                  <a:ext uri="{0D108BD9-81ED-4DB2-BD59-A6C34878D82A}">
                    <a16:rowId xmlns:a16="http://schemas.microsoft.com/office/drawing/2014/main" val="3482990044"/>
                  </a:ext>
                </a:extLst>
              </a:tr>
              <a:tr h="274320">
                <a:tc>
                  <a:txBody>
                    <a:bodyPr/>
                    <a:lstStyle/>
                    <a:p>
                      <a:pPr>
                        <a:buNone/>
                      </a:pPr>
                      <a:r>
                        <a:rPr lang="en-US" sz="1000" cap="none" spc="0" dirty="0">
                          <a:solidFill>
                            <a:schemeClr val="tx1"/>
                          </a:solidFill>
                        </a:rPr>
                        <a:t>LIVENESS</a:t>
                      </a:r>
                    </a:p>
                  </a:txBody>
                  <a:tcPr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B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buNone/>
                      </a:pPr>
                      <a:r>
                        <a:rPr lang="en-US" sz="1000" b="0" kern="1200" cap="none" spc="0" dirty="0">
                          <a:solidFill>
                            <a:schemeClr val="tx1"/>
                          </a:solidFill>
                          <a:latin typeface="+mn-lt"/>
                          <a:ea typeface="+mn-ea"/>
                          <a:cs typeface="+mn-cs"/>
                        </a:rPr>
                        <a:t>Live-recording indicator</a:t>
                      </a:r>
                    </a:p>
                  </a:txBody>
                  <a:tcPr anchor="ctr">
                    <a:lnL w="19050" cap="flat" cmpd="sng" algn="ctr">
                      <a:solidFill>
                        <a:srgbClr val="00B050"/>
                      </a:solidFill>
                      <a:prstDash val="solid"/>
                      <a:round/>
                      <a:headEnd type="none" w="med" len="med"/>
                      <a:tailEnd type="none" w="med" len="med"/>
                    </a:lnL>
                    <a:lnR w="12700" cmpd="sng">
                      <a:noFill/>
                      <a:prstDash val="solid"/>
                    </a:lnR>
                    <a:lnT w="12700" cmpd="sng">
                      <a:noFill/>
                      <a:prstDash val="solid"/>
                    </a:lnT>
                    <a:lnB w="12700" cap="flat" cmpd="sng" algn="ctr">
                      <a:noFill/>
                      <a:prstDash val="soli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cap="none" spc="0" dirty="0">
                          <a:solidFill>
                            <a:schemeClr val="tx1"/>
                          </a:solidFill>
                        </a:rPr>
                        <a:t>0.18</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0.15</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0.0097</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0.999</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a:t>
                      </a:r>
                    </a:p>
                  </a:txBody>
                  <a:tcPr marL="71326" marR="71326" marT="35663" marB="83937" anchor="ctr">
                    <a:lnL w="12700" cmpd="sng">
                      <a:noFill/>
                      <a:prstDash val="solid"/>
                    </a:lnL>
                    <a:lnR w="12700" cmpd="sng">
                      <a:noFill/>
                      <a:prstDash val="solid"/>
                    </a:lnR>
                    <a:lnT w="28575" cap="flat" cmpd="sng" algn="ctr">
                      <a:noFill/>
                      <a:prstDash val="solid"/>
                      <a:round/>
                      <a:headEnd type="none" w="med" len="med"/>
                      <a:tailEnd type="none" w="med" len="med"/>
                    </a:lnT>
                    <a:lnB w="12700"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31482119"/>
                  </a:ext>
                </a:extLst>
              </a:tr>
              <a:tr h="274320">
                <a:tc>
                  <a:txBody>
                    <a:bodyPr/>
                    <a:lstStyle/>
                    <a:p>
                      <a:pPr>
                        <a:buNone/>
                      </a:pPr>
                      <a:r>
                        <a:rPr lang="en-US" sz="1000" cap="none" spc="0" dirty="0">
                          <a:solidFill>
                            <a:schemeClr val="tx1"/>
                          </a:solidFill>
                        </a:rPr>
                        <a:t>LOUDNESS</a:t>
                      </a:r>
                    </a:p>
                  </a:txBody>
                  <a:tcPr anchor="ctr">
                    <a:lnL w="12700" cmpd="sng">
                      <a:noFill/>
                      <a:prstDash val="solid"/>
                    </a:lnL>
                    <a:lnR w="12700" cmpd="sng">
                      <a:noFill/>
                      <a:prstDash val="solid"/>
                    </a:lnR>
                    <a:lnT w="19050" cap="flat" cmpd="sng" algn="ctr">
                      <a:solidFill>
                        <a:srgbClr val="00B050"/>
                      </a:solidFill>
                      <a:prstDash val="solid"/>
                      <a:round/>
                      <a:headEnd type="none" w="med" len="med"/>
                      <a:tailEnd type="none" w="med" len="med"/>
                    </a:lnT>
                    <a:lnB w="12700" cap="flat" cmpd="sng" algn="ctr">
                      <a:noFill/>
                      <a:prstDash val="solid"/>
                    </a:lnB>
                    <a:noFill/>
                  </a:tcPr>
                </a:tc>
                <a:tc>
                  <a:txBody>
                    <a:bodyPr/>
                    <a:lstStyle/>
                    <a:p>
                      <a:pPr marL="0" algn="l" defTabSz="914400" rtl="0" eaLnBrk="1" latinLnBrk="0" hangingPunct="1">
                        <a:buNone/>
                      </a:pPr>
                      <a:r>
                        <a:rPr lang="en-US" sz="1000" b="0" kern="1200" cap="none" spc="0" dirty="0">
                          <a:solidFill>
                            <a:schemeClr val="tx1"/>
                          </a:solidFill>
                          <a:latin typeface="+mn-lt"/>
                          <a:ea typeface="+mn-ea"/>
                          <a:cs typeface="+mn-cs"/>
                        </a:rPr>
                        <a:t>Loudness (dB)</a:t>
                      </a:r>
                    </a:p>
                  </a:txBody>
                  <a:tcPr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-8.59</a:t>
                      </a:r>
                    </a:p>
                  </a:txBody>
                  <a:tcPr marL="77955" marR="77955" marT="38977" marB="3897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3.28</a:t>
                      </a:r>
                    </a:p>
                  </a:txBody>
                  <a:tcPr marL="77955" marR="77955" marT="38977" marB="3897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-28.03</a:t>
                      </a:r>
                    </a:p>
                  </a:txBody>
                  <a:tcPr marL="77955" marR="77955" marT="38977" marB="3897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2.29</a:t>
                      </a:r>
                    </a:p>
                  </a:txBody>
                  <a:tcPr marL="77955" marR="77955" marT="38977" marB="3897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a:t>
                      </a:r>
                    </a:p>
                  </a:txBody>
                  <a:tcPr marL="71326" marR="71326" marT="35663" marB="83937" anchor="ctr">
                    <a:lnL w="12700" cmpd="sng">
                      <a:noFill/>
                      <a:prstDash val="solid"/>
                    </a:lnL>
                    <a:lnR w="12700" cmpd="sng">
                      <a:noFill/>
                      <a:prstDash val="solid"/>
                    </a:lnR>
                    <a:lnT w="28575" cap="flat" cmpd="sng" algn="ctr">
                      <a:noFill/>
                      <a:prstDash val="solid"/>
                      <a:round/>
                      <a:headEnd type="none" w="med" len="med"/>
                      <a:tailEnd type="none" w="med" len="med"/>
                    </a:lnT>
                    <a:lnB w="12700"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114288942"/>
                  </a:ext>
                </a:extLst>
              </a:tr>
              <a:tr h="274320">
                <a:tc>
                  <a:txBody>
                    <a:bodyPr/>
                    <a:lstStyle/>
                    <a:p>
                      <a:pPr>
                        <a:buNone/>
                      </a:pPr>
                      <a:r>
                        <a:rPr lang="en-US" sz="1000" cap="none" spc="0">
                          <a:solidFill>
                            <a:schemeClr val="tx1"/>
                          </a:solidFill>
                        </a:rPr>
                        <a:t>TEMPO</a:t>
                      </a:r>
                    </a:p>
                  </a:txBody>
                  <a:tcPr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marL="0" algn="l" defTabSz="914400" rtl="0" eaLnBrk="1" latinLnBrk="0" hangingPunct="1">
                        <a:buNone/>
                      </a:pPr>
                      <a:r>
                        <a:rPr lang="en-US" sz="1000" b="0" kern="1200" cap="none" spc="0" dirty="0">
                          <a:solidFill>
                            <a:schemeClr val="tx1"/>
                          </a:solidFill>
                          <a:latin typeface="+mn-lt"/>
                          <a:ea typeface="+mn-ea"/>
                          <a:cs typeface="+mn-cs"/>
                        </a:rPr>
                        <a:t>Beats per minute (BPM)</a:t>
                      </a:r>
                    </a:p>
                  </a:txBody>
                  <a:tcPr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120.05</a:t>
                      </a:r>
                    </a:p>
                  </a:txBody>
                  <a:tcPr marL="77955" marR="77955" marT="38977" marB="3897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25.52</a:t>
                      </a:r>
                    </a:p>
                  </a:txBody>
                  <a:tcPr marL="77955" marR="77955" marT="38977" marB="3897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algn="ctr" defTabSz="914400" rtl="0" eaLnBrk="1" latinLnBrk="0" hangingPunct="1">
                        <a:buNone/>
                      </a:pPr>
                      <a:r>
                        <a:rPr lang="en-US" sz="1000" kern="1200" dirty="0">
                          <a:solidFill>
                            <a:schemeClr val="tx1"/>
                          </a:solidFill>
                          <a:latin typeface="+mn-lt"/>
                          <a:ea typeface="+mn-ea"/>
                          <a:cs typeface="+mn-cs"/>
                        </a:rPr>
                        <a:t>0</a:t>
                      </a:r>
                    </a:p>
                  </a:txBody>
                  <a:tcPr marL="77955" marR="77955" marT="38977" marB="38977" anchor="ctr">
                    <a:lnL w="12700" cmpd="sng">
                      <a:noFill/>
                      <a:prstDash val="solid"/>
                    </a:lnL>
                    <a:lnR w="12700" cmpd="sng">
                      <a:noFill/>
                      <a:prstDash val="solid"/>
                    </a:lnR>
                    <a:lnT w="12700" cmpd="sng">
                      <a:noFill/>
                      <a:prstDash val="solid"/>
                    </a:lnT>
                    <a:lnB w="1905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241.01</a:t>
                      </a:r>
                    </a:p>
                  </a:txBody>
                  <a:tcPr marL="77955" marR="77955" marT="38977" marB="38977" anchor="ctr">
                    <a:lnL w="12700" cmpd="sng">
                      <a:noFill/>
                      <a:prstDash val="solid"/>
                    </a:lnL>
                    <a:lnR w="12700" cmpd="sng">
                      <a:noFill/>
                      <a:prstDash val="solid"/>
                    </a:lnR>
                    <a:lnT w="12700" cmpd="sng">
                      <a:noFill/>
                      <a:prstDash val="solid"/>
                    </a:lnT>
                    <a:lnB w="1905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a:t>
                      </a:r>
                    </a:p>
                  </a:txBody>
                  <a:tcPr marL="71326" marR="71326" marT="35663" marB="83937" anchor="ctr">
                    <a:lnL w="12700" cmpd="sng">
                      <a:noFill/>
                      <a:prstDash val="solid"/>
                    </a:lnL>
                    <a:lnR w="12700" cmpd="sng">
                      <a:noFill/>
                      <a:prstDash val="solid"/>
                    </a:lnR>
                    <a:lnT w="28575" cap="flat" cmpd="sng" algn="ctr">
                      <a:noFill/>
                      <a:prstDash val="solid"/>
                      <a:round/>
                      <a:headEnd type="none" w="med" len="med"/>
                      <a:tailEnd type="none" w="med" len="med"/>
                    </a:lnT>
                    <a:lnB w="12700"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759904593"/>
                  </a:ext>
                </a:extLst>
              </a:tr>
              <a:tr h="274320">
                <a:tc>
                  <a:txBody>
                    <a:bodyPr/>
                    <a:lstStyle/>
                    <a:p>
                      <a:pPr>
                        <a:buNone/>
                      </a:pPr>
                      <a:r>
                        <a:rPr lang="en-US" sz="1000" cap="none" spc="0">
                          <a:solidFill>
                            <a:schemeClr val="tx1"/>
                          </a:solidFill>
                        </a:rPr>
                        <a:t>DURATION</a:t>
                      </a:r>
                    </a:p>
                  </a:txBody>
                  <a:tcPr anchor="ctr">
                    <a:lnL w="12700" cmpd="sng">
                      <a:noFill/>
                      <a:prstDash val="solid"/>
                    </a:lnL>
                    <a:lnR w="12700" cmpd="sng">
                      <a:noFill/>
                      <a:prstDash val="solid"/>
                    </a:lnR>
                    <a:lnT w="12700" cmpd="sng">
                      <a:noFill/>
                      <a:prstDash val="solid"/>
                    </a:lnT>
                    <a:lnB w="12700" cap="flat" cmpd="sng" algn="ctr">
                      <a:noFill/>
                      <a:prstDash val="solid"/>
                    </a:lnB>
                    <a:solidFill>
                      <a:srgbClr val="EDF2FB"/>
                    </a:solidFill>
                  </a:tcPr>
                </a:tc>
                <a:tc>
                  <a:txBody>
                    <a:bodyPr/>
                    <a:lstStyle/>
                    <a:p>
                      <a:pPr marL="0" algn="l" defTabSz="914400" rtl="0" eaLnBrk="1" latinLnBrk="0" hangingPunct="1">
                        <a:buNone/>
                      </a:pPr>
                      <a:r>
                        <a:rPr lang="en-US" sz="1000" b="0" kern="1200" cap="none" spc="0" dirty="0">
                          <a:solidFill>
                            <a:schemeClr val="tx1"/>
                          </a:solidFill>
                          <a:latin typeface="+mn-lt"/>
                          <a:ea typeface="+mn-ea"/>
                          <a:cs typeface="+mn-cs"/>
                        </a:rPr>
                        <a:t>Track length (ms)</a:t>
                      </a:r>
                    </a:p>
                  </a:txBody>
                  <a:tcPr anchor="ctr">
                    <a:lnL w="12700" cmpd="sng">
                      <a:noFill/>
                      <a:prstDash val="solid"/>
                    </a:lnL>
                    <a:lnR w="12700" cmpd="sng">
                      <a:noFill/>
                      <a:prstDash val="solid"/>
                    </a:lnR>
                    <a:lnT w="12700" cmpd="sng">
                      <a:noFill/>
                      <a:prstDash val="solid"/>
                    </a:lnT>
                    <a:lnB w="12700" cap="flat" cmpd="sng" algn="ctr">
                      <a:noFill/>
                      <a:prstDash val="solid"/>
                    </a:lnB>
                    <a:solidFill>
                      <a:srgbClr val="EDF2FB"/>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cap="none" spc="0" dirty="0">
                          <a:solidFill>
                            <a:schemeClr val="tx1"/>
                          </a:solidFill>
                        </a:rPr>
                        <a:t>219924</a:t>
                      </a:r>
                    </a:p>
                  </a:txBody>
                  <a:tcPr marL="63377" marR="63377" marT="44365" marB="44365"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rgbClr val="EDF2FB"/>
                    </a:solidFill>
                  </a:tcPr>
                </a:tc>
                <a:tc>
                  <a:txBody>
                    <a:bodyPr/>
                    <a:lstStyle/>
                    <a:p>
                      <a:pPr algn="ctr">
                        <a:buNone/>
                      </a:pPr>
                      <a:r>
                        <a:rPr lang="en-US" sz="1000" cap="none" spc="0" dirty="0">
                          <a:solidFill>
                            <a:schemeClr val="tx1"/>
                          </a:solidFill>
                        </a:rPr>
                        <a:t>61858.9</a:t>
                      </a:r>
                    </a:p>
                  </a:txBody>
                  <a:tcPr marL="63377" marR="63377" marT="44365" marB="44365" anchor="ctr">
                    <a:lnL w="12700" cmpd="sng">
                      <a:noFill/>
                      <a:prstDash val="solid"/>
                    </a:lnL>
                    <a:lnR w="19050" cap="flat" cmpd="sng" algn="ctr">
                      <a:solidFill>
                        <a:srgbClr val="FF0000"/>
                      </a:solidFill>
                      <a:prstDash val="solid"/>
                      <a:round/>
                      <a:headEnd type="none" w="med" len="med"/>
                      <a:tailEnd type="none" w="med" len="med"/>
                    </a:lnR>
                    <a:lnT w="12700" cmpd="sng">
                      <a:noFill/>
                      <a:prstDash val="solid"/>
                    </a:lnT>
                    <a:lnB w="12700" cap="flat" cmpd="sng" algn="ctr">
                      <a:noFill/>
                      <a:prstDash val="solid"/>
                    </a:lnB>
                    <a:lnTlToBr w="12700" cmpd="sng">
                      <a:noFill/>
                      <a:prstDash val="solid"/>
                    </a:lnTlToBr>
                    <a:lnBlToTr w="12700" cmpd="sng">
                      <a:noFill/>
                      <a:prstDash val="solid"/>
                    </a:lnBlToTr>
                    <a:solidFill>
                      <a:srgbClr val="EDF2FB"/>
                    </a:solidFill>
                  </a:tcPr>
                </a:tc>
                <a:tc>
                  <a:txBody>
                    <a:bodyPr/>
                    <a:lstStyle/>
                    <a:p>
                      <a:pPr algn="ctr">
                        <a:buNone/>
                      </a:pPr>
                      <a:r>
                        <a:rPr lang="en-US" sz="1000" cap="none" spc="0" dirty="0">
                          <a:solidFill>
                            <a:schemeClr val="tx1"/>
                          </a:solidFill>
                        </a:rPr>
                        <a:t>29688</a:t>
                      </a:r>
                    </a:p>
                  </a:txBody>
                  <a:tcPr marL="63377" marR="63377" marT="44365" marB="44365" anchor="ctr">
                    <a:lnL w="19050" cap="flat" cmpd="sng" algn="ctr">
                      <a:solidFill>
                        <a:srgbClr val="FF0000"/>
                      </a:solidFill>
                      <a:prstDash val="solid"/>
                      <a:round/>
                      <a:headEnd type="none" w="med" len="med"/>
                      <a:tailEnd type="none" w="med" len="med"/>
                    </a:lnL>
                    <a:lnR w="12700" cmpd="sng">
                      <a:noFill/>
                      <a:prstDash val="soli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EDF2FB"/>
                    </a:solidFill>
                  </a:tcPr>
                </a:tc>
                <a:tc>
                  <a:txBody>
                    <a:bodyPr/>
                    <a:lstStyle/>
                    <a:p>
                      <a:pPr algn="ctr">
                        <a:buNone/>
                      </a:pPr>
                      <a:r>
                        <a:rPr lang="en-US" sz="1000" cap="none" spc="0" dirty="0">
                          <a:solidFill>
                            <a:schemeClr val="tx1"/>
                          </a:solidFill>
                        </a:rPr>
                        <a:t>3079157</a:t>
                      </a:r>
                    </a:p>
                  </a:txBody>
                  <a:tcPr marL="63377" marR="63377" marT="44365" marB="44365" anchor="ctr">
                    <a:lnL w="12700" cmpd="sng">
                      <a:noFill/>
                      <a:prstDash val="soli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EDF2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9050" cap="flat" cmpd="sng" algn="ctr">
                      <a:solidFill>
                        <a:srgbClr val="FF0000"/>
                      </a:solidFill>
                      <a:prstDash val="solid"/>
                      <a:round/>
                      <a:headEnd type="none" w="med" len="med"/>
                      <a:tailEnd type="none" w="med" len="me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solidFill>
                      <a:srgbClr val="EDF2FB"/>
                    </a:solidFill>
                  </a:tcPr>
                </a:tc>
                <a:tc>
                  <a:txBody>
                    <a:bodyPr/>
                    <a:lstStyle/>
                    <a:p>
                      <a:pPr algn="ctr">
                        <a:buNone/>
                      </a:pPr>
                      <a:r>
                        <a:rPr lang="en-US" sz="1000" cap="none" spc="0" dirty="0">
                          <a:solidFill>
                            <a:schemeClr val="tx1"/>
                          </a:solidFill>
                        </a:rPr>
                        <a:t>-</a:t>
                      </a:r>
                    </a:p>
                  </a:txBody>
                  <a:tcPr marL="71326" marR="71326" marT="35663" marB="83937" anchor="ctr">
                    <a:lnL w="12700" cmpd="sng">
                      <a:noFill/>
                      <a:prstDash val="solid"/>
                    </a:lnL>
                    <a:lnR w="12700" cmpd="sng">
                      <a:noFill/>
                      <a:prstDash val="solid"/>
                    </a:lnR>
                    <a:lnT w="28575" cap="flat" cmpd="sng" algn="ctr">
                      <a:noFill/>
                      <a:prstDash val="solid"/>
                      <a:round/>
                      <a:headEnd type="none" w="med" len="med"/>
                      <a:tailEnd type="none" w="med" len="med"/>
                    </a:lnT>
                    <a:lnB w="1905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EDF2FB"/>
                    </a:solidFill>
                  </a:tcPr>
                </a:tc>
                <a:extLst>
                  <a:ext uri="{0D108BD9-81ED-4DB2-BD59-A6C34878D82A}">
                    <a16:rowId xmlns:a16="http://schemas.microsoft.com/office/drawing/2014/main" val="1309616615"/>
                  </a:ext>
                </a:extLst>
              </a:tr>
              <a:tr h="274320">
                <a:tc>
                  <a:txBody>
                    <a:bodyPr/>
                    <a:lstStyle/>
                    <a:p>
                      <a:pPr>
                        <a:buNone/>
                      </a:pPr>
                      <a:r>
                        <a:rPr lang="en-US" sz="1000" cap="none" spc="0" dirty="0">
                          <a:solidFill>
                            <a:schemeClr val="tx1"/>
                          </a:solidFill>
                        </a:rPr>
                        <a:t>GENRE</a:t>
                      </a:r>
                    </a:p>
                  </a:txBody>
                  <a:tcPr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000" cap="none" spc="0" dirty="0">
                          <a:solidFill>
                            <a:schemeClr val="tx1"/>
                          </a:solidFill>
                        </a:rPr>
                        <a:t>Song genre</a:t>
                      </a:r>
                    </a:p>
                  </a:txBody>
                  <a:tcPr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a:t>
                      </a:r>
                    </a:p>
                  </a:txBody>
                  <a:tcPr marL="71326" marR="71326" marT="35663" marB="83937" anchor="ctr">
                    <a:lnL w="12700" cmpd="sng">
                      <a:noFill/>
                      <a:prstDash val="solid"/>
                    </a:lnL>
                    <a:lnR w="12700" cmpd="sng">
                      <a:noFill/>
                      <a:prstDash val="soli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a:t>
                      </a:r>
                    </a:p>
                  </a:txBody>
                  <a:tcPr marL="71326" marR="71326" marT="35663" marB="83937" anchor="ctr">
                    <a:lnL w="12700" cmpd="sng">
                      <a:noFill/>
                      <a:prstDash val="solid"/>
                    </a:lnL>
                    <a:lnR w="12700" cmpd="sng">
                      <a:noFill/>
                      <a:prstDash val="solid"/>
                    </a:lnR>
                    <a:lnT w="19050" cap="flat" cmpd="sng" algn="ctr">
                      <a:solidFill>
                        <a:srgbClr val="FF0000"/>
                      </a:solidFill>
                      <a:prstDash val="solid"/>
                      <a:round/>
                      <a:headEnd type="none" w="med" len="med"/>
                      <a:tailEnd type="none" w="med" len="med"/>
                    </a:lnT>
                    <a:lnB w="12700" cap="flat" cmpd="sng" algn="ctr">
                      <a:noFill/>
                      <a:prstDash val="soli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a:t>
                      </a:r>
                    </a:p>
                  </a:txBody>
                  <a:tcPr marL="71326" marR="71326" marT="35663" marB="83937" anchor="ctr">
                    <a:lnL w="12700" cmpd="sng">
                      <a:noFill/>
                      <a:prstDash val="solid"/>
                    </a:lnL>
                    <a:lnR w="12700" cmpd="sng">
                      <a:noFill/>
                      <a:prstDash val="solid"/>
                    </a:lnR>
                    <a:lnT w="19050" cap="flat" cmpd="sng" algn="ctr">
                      <a:solidFill>
                        <a:srgbClr val="FF0000"/>
                      </a:solidFill>
                      <a:prstDash val="solid"/>
                      <a:round/>
                      <a:headEnd type="none" w="med" len="med"/>
                      <a:tailEnd type="none" w="med" len="med"/>
                    </a:lnT>
                    <a:lnB w="12700" cap="flat" cmpd="sng" algn="ctr">
                      <a:noFill/>
                      <a:prstDash val="soli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mn-lt"/>
                          <a:ea typeface="+mn-ea"/>
                          <a:cs typeface="+mn-cs"/>
                        </a:rPr>
                        <a:t>29410</a:t>
                      </a:r>
                      <a:endPar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12700" cmpd="sng">
                      <a:noFill/>
                      <a:prstDash val="solid"/>
                    </a:lnL>
                    <a:lnR w="19050" cap="flat" cmpd="sng" algn="ctr">
                      <a:solidFill>
                        <a:srgbClr val="FF0000"/>
                      </a:solidFill>
                      <a:prstDash val="solid"/>
                      <a:round/>
                      <a:headEnd type="none" w="med" len="med"/>
                      <a:tailEnd type="none" w="med" len="med"/>
                    </a:lnR>
                    <a:lnT w="12700" cmpd="sng">
                      <a:noFill/>
                      <a:prstDash val="solid"/>
                    </a:lnT>
                    <a:lnB w="12700" cap="flat" cmpd="sng" algn="ctr">
                      <a:noFill/>
                      <a:prstDash val="solid"/>
                    </a:lnB>
                    <a:lnTlToBr w="12700" cmpd="sng">
                      <a:noFill/>
                      <a:prstDash val="solid"/>
                    </a:lnTlToBr>
                    <a:lnBlToTr w="12700" cmpd="sng">
                      <a:noFill/>
                      <a:prstDash val="solid"/>
                    </a:lnBlToTr>
                    <a:noFill/>
                  </a:tcPr>
                </a:tc>
                <a:tc>
                  <a:txBody>
                    <a:bodyPr/>
                    <a:lstStyle/>
                    <a:p>
                      <a:pPr algn="ctr">
                        <a:buNone/>
                      </a:pPr>
                      <a:r>
                        <a:rPr lang="en-US" sz="1000" cap="none" spc="0" dirty="0">
                          <a:solidFill>
                            <a:schemeClr val="tx1"/>
                          </a:solidFill>
                        </a:rPr>
                        <a:t>652</a:t>
                      </a:r>
                    </a:p>
                  </a:txBody>
                  <a:tcPr anchor="ctr">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3941296"/>
                  </a:ext>
                </a:extLst>
              </a:tr>
            </a:tbl>
          </a:graphicData>
        </a:graphic>
      </p:graphicFrame>
      <p:sp>
        <p:nvSpPr>
          <p:cNvPr id="7" name="TextBox 6">
            <a:extLst>
              <a:ext uri="{FF2B5EF4-FFF2-40B4-BE49-F238E27FC236}">
                <a16:creationId xmlns:a16="http://schemas.microsoft.com/office/drawing/2014/main" id="{E7D265A8-D473-EAF5-5E28-137D569954E5}"/>
              </a:ext>
            </a:extLst>
          </p:cNvPr>
          <p:cNvSpPr txBox="1"/>
          <p:nvPr/>
        </p:nvSpPr>
        <p:spPr>
          <a:xfrm>
            <a:off x="5395869" y="1203683"/>
            <a:ext cx="6675120" cy="276999"/>
          </a:xfrm>
          <a:prstGeom prst="rect">
            <a:avLst/>
          </a:prstGeom>
          <a:noFill/>
        </p:spPr>
        <p:txBody>
          <a:bodyPr wrap="square">
            <a:spAutoFit/>
          </a:bodyPr>
          <a:lstStyle/>
          <a:p>
            <a:pPr algn="r"/>
            <a:r>
              <a:rPr lang="en-US" sz="1200" b="1" dirty="0"/>
              <a:t>Audio Features &amp; Track Metadata</a:t>
            </a:r>
          </a:p>
        </p:txBody>
      </p:sp>
      <p:graphicFrame>
        <p:nvGraphicFramePr>
          <p:cNvPr id="8" name="Table 7">
            <a:extLst>
              <a:ext uri="{FF2B5EF4-FFF2-40B4-BE49-F238E27FC236}">
                <a16:creationId xmlns:a16="http://schemas.microsoft.com/office/drawing/2014/main" id="{0464264E-F252-2403-D5D1-DBF9CC0FFB49}"/>
              </a:ext>
            </a:extLst>
          </p:cNvPr>
          <p:cNvGraphicFramePr>
            <a:graphicFrameLocks noGrp="1"/>
          </p:cNvGraphicFramePr>
          <p:nvPr/>
        </p:nvGraphicFramePr>
        <p:xfrm>
          <a:off x="5395870" y="5488123"/>
          <a:ext cx="6675122" cy="1097280"/>
        </p:xfrm>
        <a:graphic>
          <a:graphicData uri="http://schemas.openxmlformats.org/drawingml/2006/table">
            <a:tbl>
              <a:tblPr firstRow="1" bandRow="1">
                <a:noFill/>
              </a:tblPr>
              <a:tblGrid>
                <a:gridCol w="1625104">
                  <a:extLst>
                    <a:ext uri="{9D8B030D-6E8A-4147-A177-3AD203B41FA5}">
                      <a16:colId xmlns:a16="http://schemas.microsoft.com/office/drawing/2014/main" val="931385704"/>
                    </a:ext>
                  </a:extLst>
                </a:gridCol>
                <a:gridCol w="1968650">
                  <a:extLst>
                    <a:ext uri="{9D8B030D-6E8A-4147-A177-3AD203B41FA5}">
                      <a16:colId xmlns:a16="http://schemas.microsoft.com/office/drawing/2014/main" val="1277600557"/>
                    </a:ext>
                  </a:extLst>
                </a:gridCol>
                <a:gridCol w="770342">
                  <a:extLst>
                    <a:ext uri="{9D8B030D-6E8A-4147-A177-3AD203B41FA5}">
                      <a16:colId xmlns:a16="http://schemas.microsoft.com/office/drawing/2014/main" val="310957055"/>
                    </a:ext>
                  </a:extLst>
                </a:gridCol>
                <a:gridCol w="770342">
                  <a:extLst>
                    <a:ext uri="{9D8B030D-6E8A-4147-A177-3AD203B41FA5}">
                      <a16:colId xmlns:a16="http://schemas.microsoft.com/office/drawing/2014/main" val="203568329"/>
                    </a:ext>
                  </a:extLst>
                </a:gridCol>
                <a:gridCol w="770342">
                  <a:extLst>
                    <a:ext uri="{9D8B030D-6E8A-4147-A177-3AD203B41FA5}">
                      <a16:colId xmlns:a16="http://schemas.microsoft.com/office/drawing/2014/main" val="2992996820"/>
                    </a:ext>
                  </a:extLst>
                </a:gridCol>
                <a:gridCol w="770342">
                  <a:extLst>
                    <a:ext uri="{9D8B030D-6E8A-4147-A177-3AD203B41FA5}">
                      <a16:colId xmlns:a16="http://schemas.microsoft.com/office/drawing/2014/main" val="1511162867"/>
                    </a:ext>
                  </a:extLst>
                </a:gridCol>
              </a:tblGrid>
              <a:tr h="274320">
                <a:tc>
                  <a:txBody>
                    <a:bodyPr/>
                    <a:lstStyle/>
                    <a:p>
                      <a:pPr>
                        <a:buNone/>
                      </a:pPr>
                      <a:r>
                        <a:rPr lang="en-US" sz="1000" b="1" cap="none" spc="0" dirty="0">
                          <a:solidFill>
                            <a:schemeClr val="tx1"/>
                          </a:solidFill>
                        </a:rPr>
                        <a:t>Variable</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pPr>
                        <a:buNone/>
                      </a:pPr>
                      <a:r>
                        <a:rPr lang="en-US" sz="1000" b="1" cap="none" spc="0" dirty="0">
                          <a:solidFill>
                            <a:schemeClr val="tx1"/>
                          </a:solidFill>
                        </a:rPr>
                        <a:t>Definition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Mean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Std Dev</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Min</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tc>
                  <a:txBody>
                    <a:bodyPr/>
                    <a:lstStyle/>
                    <a:p>
                      <a:pPr algn="ctr">
                        <a:buNone/>
                      </a:pPr>
                      <a:r>
                        <a:rPr lang="en-US" sz="1000" b="1" cap="none" spc="0" dirty="0">
                          <a:solidFill>
                            <a:schemeClr val="tx1"/>
                          </a:solidFill>
                        </a:rPr>
                        <a:t>Max</a:t>
                      </a:r>
                    </a:p>
                  </a:txBody>
                  <a:tcPr marL="63377" marR="63377" marT="44365" marB="44365" anchor="ctr">
                    <a:lnL w="12700" cmpd="sng">
                      <a:noFill/>
                    </a:lnL>
                    <a:lnR w="12700" cmpd="sng">
                      <a:noFill/>
                    </a:lnR>
                    <a:lnT w="28575" cap="flat" cmpd="sng" algn="ctr">
                      <a:solidFill>
                        <a:schemeClr val="tx1"/>
                      </a:solidFill>
                      <a:prstDash val="solid"/>
                      <a:round/>
                      <a:headEnd type="none" w="med" len="med"/>
                      <a:tailEnd type="none" w="med" len="med"/>
                    </a:lnT>
                    <a:lnB w="38100" cmpd="sng">
                      <a:noFill/>
                    </a:lnB>
                    <a:noFill/>
                  </a:tcPr>
                </a:tc>
                <a:extLst>
                  <a:ext uri="{0D108BD9-81ED-4DB2-BD59-A6C34878D82A}">
                    <a16:rowId xmlns:a16="http://schemas.microsoft.com/office/drawing/2014/main" val="3894854812"/>
                  </a:ext>
                </a:extLst>
              </a:tr>
              <a:tr h="274320">
                <a:tc>
                  <a:txBody>
                    <a:bodyPr/>
                    <a:lstStyle/>
                    <a:p>
                      <a:pPr>
                        <a:buNone/>
                      </a:pPr>
                      <a:r>
                        <a:rPr lang="en-US" sz="1000" dirty="0"/>
                        <a:t>SENTIMENT_POLARITY</a:t>
                      </a:r>
                    </a:p>
                  </a:txBody>
                  <a:tcPr marL="55282" marR="55282" marT="27641" marB="27641"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000" dirty="0"/>
                        <a:t>Polarity of online text</a:t>
                      </a:r>
                    </a:p>
                  </a:txBody>
                  <a:tcPr marL="55282" marR="55282" marT="27641" marB="27641" anchor="ctr">
                    <a:lnL w="28575" cap="flat" cmpd="sng" algn="ctr">
                      <a:noFill/>
                      <a:prstDash val="solid"/>
                      <a:round/>
                      <a:headEnd type="none" w="med" len="med"/>
                      <a:tailEnd type="none" w="med" len="med"/>
                    </a:lnL>
                    <a:lnR w="12700" cmpd="sng">
                      <a:noFill/>
                      <a:prstDash val="solid"/>
                    </a:lnR>
                    <a:lnT w="38100" cmpd="sng">
                      <a:noFill/>
                    </a:lnT>
                    <a:lnB w="12700" cap="flat" cmpd="sng" algn="ctr">
                      <a:noFill/>
                      <a:prstDash val="solid"/>
                    </a:lnB>
                    <a:noFill/>
                  </a:tcPr>
                </a:tc>
                <a:tc>
                  <a:txBody>
                    <a:bodyPr/>
                    <a:lstStyle/>
                    <a:p>
                      <a:pPr algn="ctr">
                        <a:buNone/>
                      </a:pPr>
                      <a:r>
                        <a:rPr lang="en-US" sz="1000" dirty="0"/>
                        <a:t>0.14</a:t>
                      </a:r>
                    </a:p>
                  </a:txBody>
                  <a:tcPr marL="55282" marR="55282" marT="27641" marB="27641" anchor="ctr">
                    <a:lnL w="12700" cmpd="sng">
                      <a:noFill/>
                      <a:prstDash val="solid"/>
                    </a:lnL>
                    <a:lnR w="12700" cmpd="sng">
                      <a:noFill/>
                      <a:prstDash val="solid"/>
                    </a:lnR>
                    <a:lnT w="38100" cmpd="sng">
                      <a:noFill/>
                    </a:lnT>
                    <a:lnB w="12700" cap="flat" cmpd="sng" algn="ctr">
                      <a:noFill/>
                      <a:prstDash val="solid"/>
                    </a:lnB>
                    <a:noFill/>
                  </a:tcPr>
                </a:tc>
                <a:tc>
                  <a:txBody>
                    <a:bodyPr/>
                    <a:lstStyle/>
                    <a:p>
                      <a:pPr algn="ctr">
                        <a:buNone/>
                      </a:pPr>
                      <a:r>
                        <a:rPr lang="en-US" sz="1000" dirty="0"/>
                        <a:t>0.23</a:t>
                      </a:r>
                    </a:p>
                  </a:txBody>
                  <a:tcPr marL="55282" marR="55282" marT="27641" marB="27641" anchor="ctr">
                    <a:lnL w="12700" cmpd="sng">
                      <a:noFill/>
                      <a:prstDash val="solid"/>
                    </a:lnL>
                    <a:lnR w="12700" cmpd="sng">
                      <a:noFill/>
                      <a:prstDash val="solid"/>
                    </a:lnR>
                    <a:lnT w="38100" cmpd="sng">
                      <a:noFill/>
                    </a:lnT>
                    <a:lnB w="12700" cap="flat" cmpd="sng" algn="ctr">
                      <a:noFill/>
                      <a:prstDash val="solid"/>
                    </a:lnB>
                    <a:noFill/>
                  </a:tcPr>
                </a:tc>
                <a:tc>
                  <a:txBody>
                    <a:bodyPr/>
                    <a:lstStyle/>
                    <a:p>
                      <a:pPr algn="ctr">
                        <a:buNone/>
                      </a:pPr>
                      <a:r>
                        <a:rPr lang="en-US" sz="1000" dirty="0"/>
                        <a:t>-0.92</a:t>
                      </a:r>
                    </a:p>
                  </a:txBody>
                  <a:tcPr marL="55282" marR="55282" marT="27641" marB="27641" anchor="ctr">
                    <a:lnL w="12700" cmpd="sng">
                      <a:noFill/>
                      <a:prstDash val="solid"/>
                    </a:lnL>
                    <a:lnR w="12700" cmpd="sng">
                      <a:noFill/>
                      <a:prstDash val="solid"/>
                    </a:lnR>
                    <a:lnT w="38100" cmpd="sng">
                      <a:noFill/>
                    </a:lnT>
                    <a:lnB w="12700" cap="flat" cmpd="sng" algn="ctr">
                      <a:noFill/>
                      <a:prstDash val="solid"/>
                    </a:lnB>
                    <a:noFill/>
                  </a:tcPr>
                </a:tc>
                <a:tc>
                  <a:txBody>
                    <a:bodyPr/>
                    <a:lstStyle/>
                    <a:p>
                      <a:pPr algn="ctr">
                        <a:buNone/>
                      </a:pPr>
                      <a:r>
                        <a:rPr lang="en-US" sz="1000" dirty="0"/>
                        <a:t>0.94</a:t>
                      </a:r>
                    </a:p>
                  </a:txBody>
                  <a:tcPr marL="55282" marR="55282" marT="27641" marB="27641"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2952640196"/>
                  </a:ext>
                </a:extLst>
              </a:tr>
              <a:tr h="274320">
                <a:tc>
                  <a:txBody>
                    <a:bodyPr/>
                    <a:lstStyle/>
                    <a:p>
                      <a:pPr>
                        <a:buNone/>
                      </a:pPr>
                      <a:r>
                        <a:rPr lang="en-US" sz="1000" dirty="0"/>
                        <a:t>SENTIMENT_SUBJECTIVITY</a:t>
                      </a:r>
                    </a:p>
                  </a:txBody>
                  <a:tcPr marL="55282" marR="55282" marT="27641" marB="27641"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DF2FB"/>
                    </a:solidFill>
                  </a:tcPr>
                </a:tc>
                <a:tc>
                  <a:txBody>
                    <a:bodyPr/>
                    <a:lstStyle/>
                    <a:p>
                      <a:pPr>
                        <a:buNone/>
                      </a:pPr>
                      <a:r>
                        <a:rPr lang="en-US" sz="1000" dirty="0"/>
                        <a:t>Subjectivity of online text</a:t>
                      </a:r>
                    </a:p>
                  </a:txBody>
                  <a:tcPr marL="55282" marR="55282" marT="27641" marB="27641" anchor="ctr">
                    <a:lnL w="19050" cap="flat" cmpd="sng" algn="ctr">
                      <a:noFill/>
                      <a:prstDash val="solid"/>
                      <a:round/>
                      <a:headEnd type="none" w="med" len="med"/>
                      <a:tailEnd type="none" w="med" len="med"/>
                    </a:lnL>
                    <a:lnR w="12700" cmpd="sng">
                      <a:noFill/>
                      <a:prstDash val="solid"/>
                    </a:lnR>
                    <a:lnT w="38100" cmpd="sng">
                      <a:noFill/>
                    </a:lnT>
                    <a:lnB w="12700" cap="flat" cmpd="sng" algn="ctr">
                      <a:noFill/>
                      <a:prstDash val="solid"/>
                    </a:lnB>
                    <a:solidFill>
                      <a:srgbClr val="EDF2FB"/>
                    </a:solidFill>
                  </a:tcPr>
                </a:tc>
                <a:tc>
                  <a:txBody>
                    <a:bodyPr/>
                    <a:lstStyle/>
                    <a:p>
                      <a:pPr algn="ctr">
                        <a:buNone/>
                      </a:pPr>
                      <a:r>
                        <a:rPr lang="en-US" sz="1000" dirty="0"/>
                        <a:t>0.25</a:t>
                      </a:r>
                    </a:p>
                  </a:txBody>
                  <a:tcPr marL="55282" marR="55282" marT="27641" marB="27641" anchor="ctr">
                    <a:lnL w="12700" cmpd="sng">
                      <a:noFill/>
                      <a:prstDash val="solid"/>
                    </a:lnL>
                    <a:lnR w="12700" cmpd="sng">
                      <a:noFill/>
                      <a:prstDash val="solid"/>
                    </a:lnR>
                    <a:lnT w="38100" cmpd="sng">
                      <a:noFill/>
                    </a:lnT>
                    <a:lnB w="12700" cap="flat" cmpd="sng" algn="ctr">
                      <a:noFill/>
                      <a:prstDash val="solid"/>
                    </a:lnB>
                    <a:solidFill>
                      <a:srgbClr val="EDF2FB"/>
                    </a:solidFill>
                  </a:tcPr>
                </a:tc>
                <a:tc>
                  <a:txBody>
                    <a:bodyPr/>
                    <a:lstStyle/>
                    <a:p>
                      <a:pPr algn="ctr">
                        <a:buNone/>
                      </a:pPr>
                      <a:r>
                        <a:rPr lang="en-US" sz="1000" dirty="0"/>
                        <a:t>0.095</a:t>
                      </a:r>
                    </a:p>
                  </a:txBody>
                  <a:tcPr marL="55282" marR="55282" marT="27641" marB="27641" anchor="ctr">
                    <a:lnL w="12700" cmpd="sng">
                      <a:noFill/>
                      <a:prstDash val="solid"/>
                    </a:lnL>
                    <a:lnR w="12700" cmpd="sng">
                      <a:noFill/>
                      <a:prstDash val="solid"/>
                    </a:lnR>
                    <a:lnT w="38100" cmpd="sng">
                      <a:noFill/>
                    </a:lnT>
                    <a:lnB w="12700" cap="flat" cmpd="sng" algn="ctr">
                      <a:noFill/>
                      <a:prstDash val="solid"/>
                    </a:lnB>
                    <a:solidFill>
                      <a:srgbClr val="EDF2FB"/>
                    </a:solidFill>
                  </a:tcPr>
                </a:tc>
                <a:tc>
                  <a:txBody>
                    <a:bodyPr/>
                    <a:lstStyle/>
                    <a:p>
                      <a:pPr algn="ctr">
                        <a:buNone/>
                      </a:pPr>
                      <a:r>
                        <a:rPr lang="en-US" sz="1000" dirty="0"/>
                        <a:t>0</a:t>
                      </a:r>
                    </a:p>
                  </a:txBody>
                  <a:tcPr marL="55282" marR="55282" marT="27641" marB="27641" anchor="ctr">
                    <a:lnL w="12700" cmpd="sng">
                      <a:noFill/>
                      <a:prstDash val="solid"/>
                    </a:lnL>
                    <a:lnR w="12700" cmpd="sng">
                      <a:noFill/>
                      <a:prstDash val="solid"/>
                    </a:lnR>
                    <a:lnT w="38100" cmpd="sng">
                      <a:noFill/>
                    </a:lnT>
                    <a:lnB w="19050" cap="flat" cmpd="sng" algn="ctr">
                      <a:solidFill>
                        <a:srgbClr val="FF0000"/>
                      </a:solidFill>
                      <a:prstDash val="solid"/>
                      <a:round/>
                      <a:headEnd type="none" w="med" len="med"/>
                      <a:tailEnd type="none" w="med" len="med"/>
                    </a:lnB>
                    <a:solidFill>
                      <a:srgbClr val="EDF2FB"/>
                    </a:solidFill>
                  </a:tcPr>
                </a:tc>
                <a:tc>
                  <a:txBody>
                    <a:bodyPr/>
                    <a:lstStyle/>
                    <a:p>
                      <a:pPr algn="ctr">
                        <a:buNone/>
                      </a:pPr>
                      <a:r>
                        <a:rPr lang="en-US" sz="1000" dirty="0"/>
                        <a:t>0.796</a:t>
                      </a:r>
                    </a:p>
                  </a:txBody>
                  <a:tcPr marL="55282" marR="55282" marT="27641" marB="27641" anchor="ctr">
                    <a:lnL w="12700" cmpd="sng">
                      <a:noFill/>
                      <a:prstDash val="solid"/>
                    </a:lnL>
                    <a:lnR w="12700" cmpd="sng">
                      <a:noFill/>
                      <a:prstDash val="solid"/>
                    </a:lnR>
                    <a:lnT w="38100" cmpd="sng">
                      <a:noFill/>
                    </a:lnT>
                    <a:lnB w="19050" cap="flat" cmpd="sng" algn="ctr">
                      <a:solidFill>
                        <a:srgbClr val="FF0000"/>
                      </a:solidFill>
                      <a:prstDash val="solid"/>
                      <a:round/>
                      <a:headEnd type="none" w="med" len="med"/>
                      <a:tailEnd type="none" w="med" len="med"/>
                    </a:lnB>
                    <a:solidFill>
                      <a:srgbClr val="EDF2FB"/>
                    </a:solidFill>
                  </a:tcPr>
                </a:tc>
                <a:extLst>
                  <a:ext uri="{0D108BD9-81ED-4DB2-BD59-A6C34878D82A}">
                    <a16:rowId xmlns:a16="http://schemas.microsoft.com/office/drawing/2014/main" val="3797824634"/>
                  </a:ext>
                </a:extLst>
              </a:tr>
              <a:tr h="274320">
                <a:tc>
                  <a:txBody>
                    <a:bodyPr/>
                    <a:lstStyle/>
                    <a:p>
                      <a:pPr>
                        <a:buNone/>
                      </a:pPr>
                      <a:r>
                        <a:rPr lang="en-US" sz="1000" dirty="0"/>
                        <a:t>MENTIONS</a:t>
                      </a:r>
                    </a:p>
                  </a:txBody>
                  <a:tcPr marL="55282" marR="55282" marT="27641" marB="27641" anchor="ctr">
                    <a:lnL w="12700" cmpd="sng">
                      <a:noFill/>
                      <a:prstDash val="solid"/>
                    </a:lnL>
                    <a:lnR w="12700" cmpd="sng">
                      <a:noFill/>
                      <a:prstDash val="solid"/>
                    </a:lnR>
                    <a:lnT w="19050" cap="flat" cmpd="sng" algn="ctr">
                      <a:noFill/>
                      <a:prstDash val="solid"/>
                      <a:round/>
                      <a:headEnd type="none" w="med" len="med"/>
                      <a:tailEnd type="none" w="med" len="med"/>
                    </a:lnT>
                    <a:lnB w="12700" cmpd="sng">
                      <a:noFill/>
                      <a:prstDash val="solid"/>
                    </a:lnB>
                    <a:noFill/>
                  </a:tcPr>
                </a:tc>
                <a:tc>
                  <a:txBody>
                    <a:bodyPr/>
                    <a:lstStyle/>
                    <a:p>
                      <a:pPr>
                        <a:buNone/>
                      </a:pPr>
                      <a:r>
                        <a:rPr lang="en-US" sz="1000" dirty="0"/>
                        <a:t>Count of online mentions</a:t>
                      </a:r>
                    </a:p>
                  </a:txBody>
                  <a:tcPr marL="55282" marR="55282" marT="27641" marB="27641" anchor="ctr">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algn="ctr">
                        <a:buNone/>
                      </a:pPr>
                      <a:r>
                        <a:rPr lang="en-US" sz="1000" dirty="0"/>
                        <a:t>16416.51</a:t>
                      </a:r>
                    </a:p>
                  </a:txBody>
                  <a:tcPr marL="55282" marR="55282" marT="27641" marB="27641" anchor="ctr">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algn="ctr">
                        <a:buNone/>
                      </a:pPr>
                      <a:r>
                        <a:rPr lang="en-US" sz="1000" dirty="0"/>
                        <a:t>29719.84</a:t>
                      </a:r>
                    </a:p>
                  </a:txBody>
                  <a:tcPr marL="55282" marR="55282" marT="27641" marB="27641" anchor="ctr">
                    <a:lnL w="12700" cmpd="sng">
                      <a:noFill/>
                      <a:prstDash val="solid"/>
                    </a:lnL>
                    <a:lnR w="19050" cap="flat" cmpd="sng" algn="ctr">
                      <a:solidFill>
                        <a:srgbClr val="FF0000"/>
                      </a:solidFill>
                      <a:prstDash val="solid"/>
                      <a:round/>
                      <a:headEnd type="none" w="med" len="med"/>
                      <a:tailEnd type="none" w="med" len="med"/>
                    </a:lnR>
                    <a:lnT w="12700" cap="flat" cmpd="sng" algn="ctr">
                      <a:noFill/>
                      <a:prstDash val="solid"/>
                    </a:lnT>
                    <a:lnB w="12700" cmpd="sng">
                      <a:noFill/>
                      <a:prstDash val="solid"/>
                    </a:lnB>
                    <a:noFill/>
                  </a:tcPr>
                </a:tc>
                <a:tc>
                  <a:txBody>
                    <a:bodyPr/>
                    <a:lstStyle/>
                    <a:p>
                      <a:pPr algn="ctr">
                        <a:buNone/>
                      </a:pPr>
                      <a:r>
                        <a:rPr lang="en-US" sz="1000" dirty="0"/>
                        <a:t>0</a:t>
                      </a:r>
                    </a:p>
                  </a:txBody>
                  <a:tcPr marL="55282" marR="55282" marT="27641" marB="27641" anchor="ctr">
                    <a:lnL w="19050" cap="flat" cmpd="sng" algn="ctr">
                      <a:solidFill>
                        <a:srgbClr val="FF0000"/>
                      </a:solidFill>
                      <a:prstDash val="solid"/>
                      <a:round/>
                      <a:headEnd type="none" w="med" len="med"/>
                      <a:tailEnd type="none" w="med" len="med"/>
                    </a:lnL>
                    <a:lnR w="12700" cmpd="sng">
                      <a:noFill/>
                      <a:prstDash val="soli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noFill/>
                  </a:tcPr>
                </a:tc>
                <a:tc>
                  <a:txBody>
                    <a:bodyPr/>
                    <a:lstStyle/>
                    <a:p>
                      <a:pPr algn="ctr">
                        <a:buNone/>
                      </a:pPr>
                      <a:r>
                        <a:rPr lang="en-US" sz="1000" dirty="0"/>
                        <a:t>236,713</a:t>
                      </a:r>
                    </a:p>
                  </a:txBody>
                  <a:tcPr marL="55282" marR="55282" marT="27641" marB="27641" anchor="ctr">
                    <a:lnL w="12700" cmpd="sng">
                      <a:noFill/>
                      <a:prstDash val="solid"/>
                    </a:lnL>
                    <a:lnR w="19050" cap="flat" cmpd="sng" algn="ctr">
                      <a:solidFill>
                        <a:srgbClr val="FF0000"/>
                      </a:solidFill>
                      <a:prstDash val="solid"/>
                      <a:round/>
                      <a:headEnd type="none" w="med" len="med"/>
                      <a:tailEnd type="none" w="med" len="med"/>
                    </a:lnR>
                    <a:lnT w="19050" cap="flat" cmpd="sng" algn="ctr">
                      <a:solidFill>
                        <a:srgbClr val="FF0000"/>
                      </a:solidFill>
                      <a:prstDash val="solid"/>
                      <a:round/>
                      <a:headEnd type="none" w="med" len="med"/>
                      <a:tailEnd type="none" w="med" len="med"/>
                    </a:lnT>
                    <a:lnB w="190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2751926102"/>
                  </a:ext>
                </a:extLst>
              </a:tr>
            </a:tbl>
          </a:graphicData>
        </a:graphic>
      </p:graphicFrame>
      <p:sp>
        <p:nvSpPr>
          <p:cNvPr id="9" name="TextBox 8">
            <a:extLst>
              <a:ext uri="{FF2B5EF4-FFF2-40B4-BE49-F238E27FC236}">
                <a16:creationId xmlns:a16="http://schemas.microsoft.com/office/drawing/2014/main" id="{A22FE8ED-B5C3-755C-A396-A708C22838E0}"/>
              </a:ext>
            </a:extLst>
          </p:cNvPr>
          <p:cNvSpPr txBox="1"/>
          <p:nvPr/>
        </p:nvSpPr>
        <p:spPr>
          <a:xfrm>
            <a:off x="5395869" y="5104373"/>
            <a:ext cx="6675120" cy="276999"/>
          </a:xfrm>
          <a:prstGeom prst="rect">
            <a:avLst/>
          </a:prstGeom>
          <a:noFill/>
        </p:spPr>
        <p:txBody>
          <a:bodyPr wrap="square">
            <a:spAutoFit/>
          </a:bodyPr>
          <a:lstStyle/>
          <a:p>
            <a:pPr algn="r"/>
            <a:r>
              <a:rPr lang="en-US" sz="1200" b="1" dirty="0"/>
              <a:t>Engagement Metrics</a:t>
            </a:r>
          </a:p>
        </p:txBody>
      </p:sp>
    </p:spTree>
    <p:extLst>
      <p:ext uri="{BB962C8B-B14F-4D97-AF65-F5344CB8AC3E}">
        <p14:creationId xmlns:p14="http://schemas.microsoft.com/office/powerpoint/2010/main" val="678450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6624D-ACD6-CEBB-0946-C1DA1FB5C3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FA029-B910-D0A2-39A4-6C2EE07C56BD}"/>
              </a:ext>
            </a:extLst>
          </p:cNvPr>
          <p:cNvSpPr>
            <a:spLocks noGrp="1"/>
          </p:cNvSpPr>
          <p:nvPr>
            <p:ph type="title"/>
          </p:nvPr>
        </p:nvSpPr>
        <p:spPr/>
        <p:txBody>
          <a:bodyPr/>
          <a:lstStyle/>
          <a:p>
            <a:r>
              <a:rPr lang="en-US" dirty="0"/>
              <a:t>Data Pre-processing – Outlier and Skewness Treatment</a:t>
            </a:r>
          </a:p>
        </p:txBody>
      </p:sp>
      <p:pic>
        <p:nvPicPr>
          <p:cNvPr id="5" name="Picture 4">
            <a:extLst>
              <a:ext uri="{FF2B5EF4-FFF2-40B4-BE49-F238E27FC236}">
                <a16:creationId xmlns:a16="http://schemas.microsoft.com/office/drawing/2014/main" id="{7CE7AAF9-F9D2-490F-8E20-1A4A9C972803}"/>
              </a:ext>
            </a:extLst>
          </p:cNvPr>
          <p:cNvPicPr>
            <a:picLocks noChangeAspect="1"/>
          </p:cNvPicPr>
          <p:nvPr/>
        </p:nvPicPr>
        <p:blipFill>
          <a:blip r:embed="rId2"/>
          <a:stretch>
            <a:fillRect/>
          </a:stretch>
        </p:blipFill>
        <p:spPr>
          <a:xfrm>
            <a:off x="5909074" y="4669695"/>
            <a:ext cx="2468880" cy="1839065"/>
          </a:xfrm>
          <a:prstGeom prst="rect">
            <a:avLst/>
          </a:prstGeom>
          <a:blipFill>
            <a:blip r:embed="rId3"/>
            <a:stretch>
              <a:fillRect/>
            </a:stretch>
          </a:blipFill>
          <a:ln w="3175">
            <a:solidFill>
              <a:schemeClr val="bg1">
                <a:lumMod val="50000"/>
              </a:schemeClr>
            </a:solidFill>
          </a:ln>
          <a:effectLst>
            <a:outerShdw blurRad="190500" dist="190500" dir="2700000" algn="tl" rotWithShape="0">
              <a:prstClr val="black">
                <a:alpha val="40000"/>
              </a:prstClr>
            </a:outerShdw>
          </a:effectLst>
        </p:spPr>
      </p:pic>
      <p:pic>
        <p:nvPicPr>
          <p:cNvPr id="16" name="Picture 15">
            <a:extLst>
              <a:ext uri="{FF2B5EF4-FFF2-40B4-BE49-F238E27FC236}">
                <a16:creationId xmlns:a16="http://schemas.microsoft.com/office/drawing/2014/main" id="{786E1962-B97B-3B38-2D82-D11F1EF9D0C1}"/>
              </a:ext>
            </a:extLst>
          </p:cNvPr>
          <p:cNvPicPr>
            <a:picLocks noChangeAspect="1"/>
          </p:cNvPicPr>
          <p:nvPr/>
        </p:nvPicPr>
        <p:blipFill>
          <a:blip r:embed="rId4"/>
          <a:stretch>
            <a:fillRect/>
          </a:stretch>
        </p:blipFill>
        <p:spPr>
          <a:xfrm>
            <a:off x="9383061" y="4669695"/>
            <a:ext cx="2468880" cy="1839065"/>
          </a:xfrm>
          <a:prstGeom prst="rect">
            <a:avLst/>
          </a:prstGeom>
          <a:blipFill>
            <a:blip r:embed="rId3"/>
            <a:stretch>
              <a:fillRect/>
            </a:stretch>
          </a:blipFill>
          <a:ln w="3175">
            <a:solidFill>
              <a:schemeClr val="bg1">
                <a:lumMod val="50000"/>
              </a:schemeClr>
            </a:solidFill>
          </a:ln>
          <a:effectLst>
            <a:outerShdw blurRad="190500" dist="190500" dir="2700000" algn="tl" rotWithShape="0">
              <a:prstClr val="black">
                <a:alpha val="40000"/>
              </a:prstClr>
            </a:outerShdw>
          </a:effectLst>
        </p:spPr>
      </p:pic>
      <p:sp>
        <p:nvSpPr>
          <p:cNvPr id="6" name="Right Arrow 5">
            <a:extLst>
              <a:ext uri="{FF2B5EF4-FFF2-40B4-BE49-F238E27FC236}">
                <a16:creationId xmlns:a16="http://schemas.microsoft.com/office/drawing/2014/main" id="{117FEB58-33D6-FDDC-1E74-E0E4C697DEAD}"/>
              </a:ext>
            </a:extLst>
          </p:cNvPr>
          <p:cNvSpPr/>
          <p:nvPr/>
        </p:nvSpPr>
        <p:spPr>
          <a:xfrm>
            <a:off x="8766207" y="5507447"/>
            <a:ext cx="228600" cy="182880"/>
          </a:xfrm>
          <a:prstGeom prst="rightArrow">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AC763F9C-3487-2508-2C0C-5E5663612843}"/>
              </a:ext>
            </a:extLst>
          </p:cNvPr>
          <p:cNvPicPr>
            <a:picLocks noChangeAspect="1"/>
          </p:cNvPicPr>
          <p:nvPr/>
        </p:nvPicPr>
        <p:blipFill>
          <a:blip r:embed="rId5"/>
          <a:stretch>
            <a:fillRect/>
          </a:stretch>
        </p:blipFill>
        <p:spPr>
          <a:xfrm>
            <a:off x="5909074" y="1350553"/>
            <a:ext cx="5943600" cy="1533830"/>
          </a:xfrm>
          <a:prstGeom prst="rect">
            <a:avLst/>
          </a:prstGeom>
          <a:blipFill>
            <a:blip r:embed="rId3"/>
            <a:stretch>
              <a:fillRect/>
            </a:stretch>
          </a:blipFill>
          <a:ln w="3175">
            <a:solidFill>
              <a:schemeClr val="bg1">
                <a:lumMod val="50000"/>
              </a:schemeClr>
            </a:solidFill>
          </a:ln>
          <a:effectLst>
            <a:outerShdw blurRad="190500" dist="190500" dir="2700000" algn="tl" rotWithShape="0">
              <a:prstClr val="black">
                <a:alpha val="40000"/>
              </a:prstClr>
            </a:outerShdw>
          </a:effectLst>
        </p:spPr>
      </p:pic>
      <p:pic>
        <p:nvPicPr>
          <p:cNvPr id="20" name="Picture 19">
            <a:extLst>
              <a:ext uri="{FF2B5EF4-FFF2-40B4-BE49-F238E27FC236}">
                <a16:creationId xmlns:a16="http://schemas.microsoft.com/office/drawing/2014/main" id="{785D0858-DD79-5B97-BD7E-81142ECF7D61}"/>
              </a:ext>
            </a:extLst>
          </p:cNvPr>
          <p:cNvPicPr>
            <a:picLocks noChangeAspect="1"/>
          </p:cNvPicPr>
          <p:nvPr/>
        </p:nvPicPr>
        <p:blipFill>
          <a:blip r:embed="rId6"/>
          <a:stretch>
            <a:fillRect/>
          </a:stretch>
        </p:blipFill>
        <p:spPr>
          <a:xfrm>
            <a:off x="5909074" y="2952000"/>
            <a:ext cx="5943600" cy="1533830"/>
          </a:xfrm>
          <a:prstGeom prst="rect">
            <a:avLst/>
          </a:prstGeom>
          <a:blipFill>
            <a:blip r:embed="rId3"/>
            <a:stretch>
              <a:fillRect/>
            </a:stretch>
          </a:blipFill>
          <a:ln w="3175">
            <a:solidFill>
              <a:schemeClr val="bg1">
                <a:lumMod val="50000"/>
              </a:schemeClr>
            </a:solidFill>
          </a:ln>
          <a:effectLst>
            <a:outerShdw blurRad="190500" dist="190500" dir="2700000" algn="tl" rotWithShape="0">
              <a:prstClr val="black">
                <a:alpha val="40000"/>
              </a:prstClr>
            </a:outerShdw>
          </a:effectLst>
        </p:spPr>
      </p:pic>
      <p:grpSp>
        <p:nvGrpSpPr>
          <p:cNvPr id="21" name="Group 20">
            <a:extLst>
              <a:ext uri="{FF2B5EF4-FFF2-40B4-BE49-F238E27FC236}">
                <a16:creationId xmlns:a16="http://schemas.microsoft.com/office/drawing/2014/main" id="{95B965DD-A948-64E4-7893-CAF273F6EFCB}"/>
              </a:ext>
            </a:extLst>
          </p:cNvPr>
          <p:cNvGrpSpPr>
            <a:grpSpLocks noChangeAspect="1"/>
          </p:cNvGrpSpPr>
          <p:nvPr/>
        </p:nvGrpSpPr>
        <p:grpSpPr>
          <a:xfrm>
            <a:off x="838200" y="2185865"/>
            <a:ext cx="548640" cy="548640"/>
            <a:chOff x="1415845" y="1706233"/>
            <a:chExt cx="822960" cy="822960"/>
          </a:xfrm>
        </p:grpSpPr>
        <p:sp>
          <p:nvSpPr>
            <p:cNvPr id="22" name="Teardrop 21">
              <a:extLst>
                <a:ext uri="{FF2B5EF4-FFF2-40B4-BE49-F238E27FC236}">
                  <a16:creationId xmlns:a16="http://schemas.microsoft.com/office/drawing/2014/main" id="{B73C12D1-497A-6FE6-CED5-DA7B25F295A8}"/>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a:extLst>
                <a:ext uri="{FF2B5EF4-FFF2-40B4-BE49-F238E27FC236}">
                  <a16:creationId xmlns:a16="http://schemas.microsoft.com/office/drawing/2014/main" id="{F8235CD2-1FB9-F905-BFCF-39E05C5F1B8B}"/>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a:solidFill>
                    <a:schemeClr val="bg2">
                      <a:lumMod val="25000"/>
                    </a:schemeClr>
                  </a:solidFill>
                </a:rPr>
                <a:t>1</a:t>
              </a:r>
            </a:p>
          </p:txBody>
        </p:sp>
      </p:grpSp>
      <p:sp>
        <p:nvSpPr>
          <p:cNvPr id="24" name="TextBox 23">
            <a:extLst>
              <a:ext uri="{FF2B5EF4-FFF2-40B4-BE49-F238E27FC236}">
                <a16:creationId xmlns:a16="http://schemas.microsoft.com/office/drawing/2014/main" id="{ECA20508-1C56-E687-6DD3-C1FBA05120AC}"/>
              </a:ext>
            </a:extLst>
          </p:cNvPr>
          <p:cNvSpPr txBox="1"/>
          <p:nvPr/>
        </p:nvSpPr>
        <p:spPr>
          <a:xfrm>
            <a:off x="1570663" y="2059360"/>
            <a:ext cx="3383280" cy="801650"/>
          </a:xfrm>
          <a:prstGeom prst="rect">
            <a:avLst/>
          </a:prstGeom>
          <a:noFill/>
          <a:ln>
            <a:noFill/>
          </a:ln>
        </p:spPr>
        <p:txBody>
          <a:bodyPr wrap="square" anchor="t">
            <a:noAutofit/>
          </a:bodyPr>
          <a:lstStyle/>
          <a:p>
            <a:pPr>
              <a:spcAft>
                <a:spcPts val="600"/>
              </a:spcAft>
            </a:pPr>
            <a:r>
              <a:rPr lang="en-US" sz="1100" b="1" dirty="0"/>
              <a:t>Outlier Treatment – Tempo, Loudness, Duration</a:t>
            </a:r>
          </a:p>
          <a:p>
            <a:pPr>
              <a:spcAft>
                <a:spcPts val="600"/>
              </a:spcAft>
            </a:pPr>
            <a:r>
              <a:rPr lang="en-US" sz="1000" b="0" i="0" dirty="0">
                <a:effectLst/>
              </a:rPr>
              <a:t>Extreme outliers identified </a:t>
            </a:r>
            <a:r>
              <a:rPr lang="en-US" sz="1000" dirty="0"/>
              <a:t>using </a:t>
            </a:r>
            <a:r>
              <a:rPr lang="en-US" sz="1000" b="0" i="0" dirty="0">
                <a:effectLst/>
              </a:rPr>
              <a:t>boxplots. IQR-based </a:t>
            </a:r>
            <a:r>
              <a:rPr lang="en-US" sz="1000" b="0" i="0" dirty="0" err="1">
                <a:effectLst/>
              </a:rPr>
              <a:t>winsorization</a:t>
            </a:r>
            <a:r>
              <a:rPr lang="en-US" sz="1000" b="0" i="0" dirty="0">
                <a:effectLst/>
              </a:rPr>
              <a:t> applied to reduce distortion and stabilize model behavior.</a:t>
            </a:r>
          </a:p>
        </p:txBody>
      </p:sp>
      <p:grpSp>
        <p:nvGrpSpPr>
          <p:cNvPr id="25" name="Group 24">
            <a:extLst>
              <a:ext uri="{FF2B5EF4-FFF2-40B4-BE49-F238E27FC236}">
                <a16:creationId xmlns:a16="http://schemas.microsoft.com/office/drawing/2014/main" id="{B81492C3-548A-2D8C-EC38-B3602C21D47A}"/>
              </a:ext>
            </a:extLst>
          </p:cNvPr>
          <p:cNvGrpSpPr>
            <a:grpSpLocks noChangeAspect="1"/>
          </p:cNvGrpSpPr>
          <p:nvPr/>
        </p:nvGrpSpPr>
        <p:grpSpPr>
          <a:xfrm>
            <a:off x="838200" y="4863524"/>
            <a:ext cx="548640" cy="548640"/>
            <a:chOff x="1415845" y="1706233"/>
            <a:chExt cx="822960" cy="822960"/>
          </a:xfrm>
        </p:grpSpPr>
        <p:sp>
          <p:nvSpPr>
            <p:cNvPr id="26" name="Teardrop 25">
              <a:extLst>
                <a:ext uri="{FF2B5EF4-FFF2-40B4-BE49-F238E27FC236}">
                  <a16:creationId xmlns:a16="http://schemas.microsoft.com/office/drawing/2014/main" id="{A49C4469-30DD-D774-3E8A-AC391A3C66EB}"/>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a:extLst>
                <a:ext uri="{FF2B5EF4-FFF2-40B4-BE49-F238E27FC236}">
                  <a16:creationId xmlns:a16="http://schemas.microsoft.com/office/drawing/2014/main" id="{62C75FF3-E1BC-6B98-4232-1BD5DBD8E869}"/>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2</a:t>
              </a:r>
            </a:p>
          </p:txBody>
        </p:sp>
      </p:grpSp>
      <p:sp>
        <p:nvSpPr>
          <p:cNvPr id="28" name="TextBox 27">
            <a:extLst>
              <a:ext uri="{FF2B5EF4-FFF2-40B4-BE49-F238E27FC236}">
                <a16:creationId xmlns:a16="http://schemas.microsoft.com/office/drawing/2014/main" id="{DB22E366-CCC2-EF73-6FD8-5D182C2D6D9A}"/>
              </a:ext>
            </a:extLst>
          </p:cNvPr>
          <p:cNvSpPr txBox="1"/>
          <p:nvPr/>
        </p:nvSpPr>
        <p:spPr>
          <a:xfrm>
            <a:off x="1570663" y="4737019"/>
            <a:ext cx="3383280" cy="801650"/>
          </a:xfrm>
          <a:prstGeom prst="rect">
            <a:avLst/>
          </a:prstGeom>
          <a:noFill/>
          <a:ln>
            <a:noFill/>
          </a:ln>
        </p:spPr>
        <p:txBody>
          <a:bodyPr wrap="square" anchor="t">
            <a:noAutofit/>
          </a:bodyPr>
          <a:lstStyle/>
          <a:p>
            <a:pPr>
              <a:spcAft>
                <a:spcPts val="600"/>
              </a:spcAft>
            </a:pPr>
            <a:r>
              <a:rPr lang="en-US" sz="1100" b="1" dirty="0"/>
              <a:t>Log Transformation for Right-Skewness – Mentions</a:t>
            </a:r>
          </a:p>
          <a:p>
            <a:pPr>
              <a:spcAft>
                <a:spcPts val="600"/>
              </a:spcAft>
            </a:pPr>
            <a:r>
              <a:rPr lang="en-US" sz="1000" b="0" i="0" dirty="0">
                <a:effectLst/>
              </a:rPr>
              <a:t>Raw mention counts were heavily right-skewed. Applied log transformation to normalize the distribution for modeling.</a:t>
            </a:r>
          </a:p>
        </p:txBody>
      </p:sp>
    </p:spTree>
    <p:extLst>
      <p:ext uri="{BB962C8B-B14F-4D97-AF65-F5344CB8AC3E}">
        <p14:creationId xmlns:p14="http://schemas.microsoft.com/office/powerpoint/2010/main" val="2747203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075E0-14CB-7B3C-DEE5-EB8BE4BE087F}"/>
            </a:ext>
          </a:extLst>
        </p:cNvPr>
        <p:cNvGrpSpPr/>
        <p:nvPr/>
      </p:nvGrpSpPr>
      <p:grpSpPr>
        <a:xfrm>
          <a:off x="0" y="0"/>
          <a:ext cx="0" cy="0"/>
          <a:chOff x="0" y="0"/>
          <a:chExt cx="0" cy="0"/>
        </a:xfrm>
      </p:grpSpPr>
      <p:pic>
        <p:nvPicPr>
          <p:cNvPr id="46" name="Picture 45">
            <a:extLst>
              <a:ext uri="{FF2B5EF4-FFF2-40B4-BE49-F238E27FC236}">
                <a16:creationId xmlns:a16="http://schemas.microsoft.com/office/drawing/2014/main" id="{7296A694-8032-B2EB-A563-D0B9EB350659}"/>
              </a:ext>
            </a:extLst>
          </p:cNvPr>
          <p:cNvPicPr>
            <a:picLocks noChangeAspect="1"/>
          </p:cNvPicPr>
          <p:nvPr/>
        </p:nvPicPr>
        <p:blipFill>
          <a:blip r:embed="rId2"/>
          <a:stretch>
            <a:fillRect/>
          </a:stretch>
        </p:blipFill>
        <p:spPr>
          <a:xfrm>
            <a:off x="5141258" y="1228170"/>
            <a:ext cx="6858000" cy="2989384"/>
          </a:xfrm>
          <a:prstGeom prst="rect">
            <a:avLst/>
          </a:prstGeom>
          <a:blipFill>
            <a:blip r:embed="rId3"/>
            <a:stretch>
              <a:fillRect/>
            </a:stretch>
          </a:blipFill>
          <a:ln w="3175">
            <a:solidFill>
              <a:schemeClr val="bg1">
                <a:lumMod val="50000"/>
              </a:schemeClr>
            </a:solidFill>
          </a:ln>
          <a:effectLst>
            <a:outerShdw blurRad="190500" dist="190500" dir="2700000" algn="tl" rotWithShape="0">
              <a:prstClr val="black">
                <a:alpha val="40000"/>
              </a:prstClr>
            </a:outerShdw>
          </a:effectLst>
        </p:spPr>
      </p:pic>
      <p:sp>
        <p:nvSpPr>
          <p:cNvPr id="2" name="Title 1">
            <a:extLst>
              <a:ext uri="{FF2B5EF4-FFF2-40B4-BE49-F238E27FC236}">
                <a16:creationId xmlns:a16="http://schemas.microsoft.com/office/drawing/2014/main" id="{5D7CCB37-E878-15A9-9C3E-72C608B6EF18}"/>
              </a:ext>
            </a:extLst>
          </p:cNvPr>
          <p:cNvSpPr>
            <a:spLocks noGrp="1"/>
          </p:cNvSpPr>
          <p:nvPr>
            <p:ph type="title"/>
          </p:nvPr>
        </p:nvSpPr>
        <p:spPr/>
        <p:txBody>
          <a:bodyPr/>
          <a:lstStyle/>
          <a:p>
            <a:r>
              <a:rPr lang="en-US" dirty="0"/>
              <a:t>EDA – Audio &amp; Genre Trends Over the Years</a:t>
            </a:r>
          </a:p>
        </p:txBody>
      </p:sp>
      <p:sp>
        <p:nvSpPr>
          <p:cNvPr id="24" name="Oval 23">
            <a:extLst>
              <a:ext uri="{FF2B5EF4-FFF2-40B4-BE49-F238E27FC236}">
                <a16:creationId xmlns:a16="http://schemas.microsoft.com/office/drawing/2014/main" id="{8EBEB1D1-F28D-7575-5CAD-B8C64261EFD0}"/>
              </a:ext>
            </a:extLst>
          </p:cNvPr>
          <p:cNvSpPr/>
          <p:nvPr/>
        </p:nvSpPr>
        <p:spPr>
          <a:xfrm>
            <a:off x="6006352" y="1506071"/>
            <a:ext cx="683067" cy="29588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07105B4-0EC0-3F7D-096E-0482F5769425}"/>
              </a:ext>
            </a:extLst>
          </p:cNvPr>
          <p:cNvSpPr/>
          <p:nvPr/>
        </p:nvSpPr>
        <p:spPr>
          <a:xfrm>
            <a:off x="7815969" y="1506070"/>
            <a:ext cx="683067" cy="29588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5C4E40E-B498-1D08-6C31-B9B6BB99D941}"/>
              </a:ext>
            </a:extLst>
          </p:cNvPr>
          <p:cNvSpPr/>
          <p:nvPr/>
        </p:nvSpPr>
        <p:spPr>
          <a:xfrm>
            <a:off x="9527640" y="1506070"/>
            <a:ext cx="683067" cy="42238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03E5734C-90AF-53A1-F0F5-C280841C7725}"/>
              </a:ext>
            </a:extLst>
          </p:cNvPr>
          <p:cNvSpPr/>
          <p:nvPr/>
        </p:nvSpPr>
        <p:spPr>
          <a:xfrm>
            <a:off x="11662610" y="1490027"/>
            <a:ext cx="286541" cy="422387"/>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3F01CDA-6556-C02B-D403-69C55DDC8A8E}"/>
              </a:ext>
            </a:extLst>
          </p:cNvPr>
          <p:cNvSpPr/>
          <p:nvPr/>
        </p:nvSpPr>
        <p:spPr>
          <a:xfrm>
            <a:off x="6044052" y="3763203"/>
            <a:ext cx="683067" cy="29588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324DF8E-F038-ED40-98F8-3F9497FA956D}"/>
              </a:ext>
            </a:extLst>
          </p:cNvPr>
          <p:cNvSpPr/>
          <p:nvPr/>
        </p:nvSpPr>
        <p:spPr>
          <a:xfrm>
            <a:off x="7763486" y="3779154"/>
            <a:ext cx="770871" cy="34819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1943AC06-4B73-6C97-D995-5D2158C1A1C0}"/>
              </a:ext>
            </a:extLst>
          </p:cNvPr>
          <p:cNvSpPr/>
          <p:nvPr/>
        </p:nvSpPr>
        <p:spPr>
          <a:xfrm>
            <a:off x="9547057" y="3795196"/>
            <a:ext cx="683067" cy="295882"/>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2F5BE7D-2122-DFFC-1975-3381791DF82C}"/>
              </a:ext>
            </a:extLst>
          </p:cNvPr>
          <p:cNvSpPr/>
          <p:nvPr/>
        </p:nvSpPr>
        <p:spPr>
          <a:xfrm>
            <a:off x="11612125" y="2892757"/>
            <a:ext cx="345048" cy="422387"/>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70531E8E-3465-3210-C7AC-66994AB16EE3}"/>
              </a:ext>
            </a:extLst>
          </p:cNvPr>
          <p:cNvGrpSpPr>
            <a:grpSpLocks noChangeAspect="1"/>
          </p:cNvGrpSpPr>
          <p:nvPr/>
        </p:nvGrpSpPr>
        <p:grpSpPr>
          <a:xfrm>
            <a:off x="838176" y="1444325"/>
            <a:ext cx="548640" cy="548640"/>
            <a:chOff x="1415845" y="1706233"/>
            <a:chExt cx="822960" cy="822960"/>
          </a:xfrm>
        </p:grpSpPr>
        <p:sp>
          <p:nvSpPr>
            <p:cNvPr id="4" name="Teardrop 3">
              <a:extLst>
                <a:ext uri="{FF2B5EF4-FFF2-40B4-BE49-F238E27FC236}">
                  <a16:creationId xmlns:a16="http://schemas.microsoft.com/office/drawing/2014/main" id="{198370DB-922E-0D01-7E83-801A763BEADE}"/>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764849E9-DE21-7F4F-AE49-C9428C01DFAB}"/>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1</a:t>
              </a:r>
            </a:p>
          </p:txBody>
        </p:sp>
      </p:grpSp>
      <p:sp>
        <p:nvSpPr>
          <p:cNvPr id="6" name="TextBox 5">
            <a:extLst>
              <a:ext uri="{FF2B5EF4-FFF2-40B4-BE49-F238E27FC236}">
                <a16:creationId xmlns:a16="http://schemas.microsoft.com/office/drawing/2014/main" id="{586094F0-146A-893B-1346-F48DB2FC6C02}"/>
              </a:ext>
            </a:extLst>
          </p:cNvPr>
          <p:cNvSpPr txBox="1"/>
          <p:nvPr/>
        </p:nvSpPr>
        <p:spPr>
          <a:xfrm>
            <a:off x="1570639" y="1317820"/>
            <a:ext cx="3108960" cy="914400"/>
          </a:xfrm>
          <a:prstGeom prst="rect">
            <a:avLst/>
          </a:prstGeom>
          <a:noFill/>
          <a:ln>
            <a:noFill/>
          </a:ln>
        </p:spPr>
        <p:txBody>
          <a:bodyPr wrap="square" anchor="t">
            <a:noAutofit/>
          </a:bodyPr>
          <a:lstStyle/>
          <a:p>
            <a:pPr>
              <a:spcAft>
                <a:spcPts val="600"/>
              </a:spcAft>
            </a:pPr>
            <a:r>
              <a:rPr lang="en-US" sz="1100" b="1" dirty="0"/>
              <a:t>High Energy Trended in the Last Decades</a:t>
            </a:r>
          </a:p>
          <a:p>
            <a:pPr>
              <a:spcAft>
                <a:spcPts val="600"/>
              </a:spcAft>
            </a:pPr>
            <a:r>
              <a:rPr lang="en-US" sz="1000" dirty="0"/>
              <a:t>The initial rising trend in energy, loudness, and tempo reflected modern production trends of high energy digitally produced songs.</a:t>
            </a:r>
          </a:p>
          <a:p>
            <a:pPr marL="171450" indent="-171450">
              <a:spcAft>
                <a:spcPts val="600"/>
              </a:spcAft>
              <a:buFont typeface="Arial" panose="020B0604020202020204" pitchFamily="34" charset="0"/>
              <a:buChar char="•"/>
            </a:pPr>
            <a:endParaRPr lang="en-US" sz="1000" b="0" i="0" dirty="0">
              <a:effectLst/>
            </a:endParaRPr>
          </a:p>
        </p:txBody>
      </p:sp>
      <p:grpSp>
        <p:nvGrpSpPr>
          <p:cNvPr id="8" name="Group 7">
            <a:extLst>
              <a:ext uri="{FF2B5EF4-FFF2-40B4-BE49-F238E27FC236}">
                <a16:creationId xmlns:a16="http://schemas.microsoft.com/office/drawing/2014/main" id="{6A02ECB2-3215-6CCF-BD23-0D0E7000AA59}"/>
              </a:ext>
            </a:extLst>
          </p:cNvPr>
          <p:cNvGrpSpPr>
            <a:grpSpLocks noChangeAspect="1"/>
          </p:cNvGrpSpPr>
          <p:nvPr/>
        </p:nvGrpSpPr>
        <p:grpSpPr>
          <a:xfrm>
            <a:off x="838176" y="2794033"/>
            <a:ext cx="548640" cy="548640"/>
            <a:chOff x="1415845" y="1706233"/>
            <a:chExt cx="822960" cy="822960"/>
          </a:xfrm>
        </p:grpSpPr>
        <p:sp>
          <p:nvSpPr>
            <p:cNvPr id="13" name="Teardrop 12">
              <a:extLst>
                <a:ext uri="{FF2B5EF4-FFF2-40B4-BE49-F238E27FC236}">
                  <a16:creationId xmlns:a16="http://schemas.microsoft.com/office/drawing/2014/main" id="{41A4EFF0-ACBD-A4A8-15FD-1539D880C6CA}"/>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41B6AFD9-1AA7-D0B9-2C24-8A9CB6F68635}"/>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2</a:t>
              </a:r>
            </a:p>
          </p:txBody>
        </p:sp>
      </p:grpSp>
      <p:sp>
        <p:nvSpPr>
          <p:cNvPr id="15" name="TextBox 14">
            <a:extLst>
              <a:ext uri="{FF2B5EF4-FFF2-40B4-BE49-F238E27FC236}">
                <a16:creationId xmlns:a16="http://schemas.microsoft.com/office/drawing/2014/main" id="{2F893E4D-29BE-5BCE-1CDA-88D89F6B0ADE}"/>
              </a:ext>
            </a:extLst>
          </p:cNvPr>
          <p:cNvSpPr txBox="1"/>
          <p:nvPr/>
        </p:nvSpPr>
        <p:spPr>
          <a:xfrm>
            <a:off x="1570639" y="2667528"/>
            <a:ext cx="3108960" cy="914400"/>
          </a:xfrm>
          <a:prstGeom prst="rect">
            <a:avLst/>
          </a:prstGeom>
          <a:noFill/>
          <a:ln>
            <a:noFill/>
          </a:ln>
        </p:spPr>
        <p:txBody>
          <a:bodyPr wrap="square" anchor="t">
            <a:noAutofit/>
          </a:bodyPr>
          <a:lstStyle/>
          <a:p>
            <a:pPr>
              <a:spcAft>
                <a:spcPts val="600"/>
              </a:spcAft>
            </a:pPr>
            <a:r>
              <a:rPr lang="en-US" sz="1100" b="1" dirty="0"/>
              <a:t>Recent Tapering Off</a:t>
            </a:r>
          </a:p>
          <a:p>
            <a:pPr>
              <a:spcAft>
                <a:spcPts val="600"/>
              </a:spcAft>
            </a:pPr>
            <a:r>
              <a:rPr lang="en-US" sz="1000" dirty="0"/>
              <a:t>Attributed to a renewed demand for more organic audio. This aligns with the recent rise in </a:t>
            </a:r>
            <a:r>
              <a:rPr lang="en-US" sz="1000" dirty="0" err="1"/>
              <a:t>acousticness</a:t>
            </a:r>
            <a:r>
              <a:rPr lang="en-US" sz="1000" dirty="0"/>
              <a:t> and </a:t>
            </a:r>
            <a:r>
              <a:rPr lang="en-US" sz="1000" dirty="0" err="1"/>
              <a:t>instrumentalness</a:t>
            </a:r>
            <a:r>
              <a:rPr lang="en-US" sz="1000" dirty="0"/>
              <a:t> after long-term declining trend.</a:t>
            </a:r>
          </a:p>
        </p:txBody>
      </p:sp>
      <p:grpSp>
        <p:nvGrpSpPr>
          <p:cNvPr id="17" name="Group 16">
            <a:extLst>
              <a:ext uri="{FF2B5EF4-FFF2-40B4-BE49-F238E27FC236}">
                <a16:creationId xmlns:a16="http://schemas.microsoft.com/office/drawing/2014/main" id="{BF010B82-FA2C-7E03-C1E4-1BD4EBDF89FD}"/>
              </a:ext>
            </a:extLst>
          </p:cNvPr>
          <p:cNvGrpSpPr>
            <a:grpSpLocks noChangeAspect="1"/>
          </p:cNvGrpSpPr>
          <p:nvPr/>
        </p:nvGrpSpPr>
        <p:grpSpPr>
          <a:xfrm>
            <a:off x="894997" y="4342992"/>
            <a:ext cx="548640" cy="548640"/>
            <a:chOff x="1415845" y="1706233"/>
            <a:chExt cx="822960" cy="822960"/>
          </a:xfrm>
        </p:grpSpPr>
        <p:sp>
          <p:nvSpPr>
            <p:cNvPr id="18" name="Teardrop 17">
              <a:extLst>
                <a:ext uri="{FF2B5EF4-FFF2-40B4-BE49-F238E27FC236}">
                  <a16:creationId xmlns:a16="http://schemas.microsoft.com/office/drawing/2014/main" id="{8344F8E4-E8C6-76DD-1143-20A1412B6115}"/>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a:extLst>
                <a:ext uri="{FF2B5EF4-FFF2-40B4-BE49-F238E27FC236}">
                  <a16:creationId xmlns:a16="http://schemas.microsoft.com/office/drawing/2014/main" id="{5BD10B7E-5EA5-E125-711C-AEED9AF4A30F}"/>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3</a:t>
              </a:r>
            </a:p>
          </p:txBody>
        </p:sp>
      </p:grpSp>
      <p:sp>
        <p:nvSpPr>
          <p:cNvPr id="32" name="TextBox 31">
            <a:extLst>
              <a:ext uri="{FF2B5EF4-FFF2-40B4-BE49-F238E27FC236}">
                <a16:creationId xmlns:a16="http://schemas.microsoft.com/office/drawing/2014/main" id="{7A4E55E6-8F63-75D7-FE7D-F5ED839EB3AF}"/>
              </a:ext>
            </a:extLst>
          </p:cNvPr>
          <p:cNvSpPr txBox="1"/>
          <p:nvPr/>
        </p:nvSpPr>
        <p:spPr>
          <a:xfrm>
            <a:off x="1627460" y="4216487"/>
            <a:ext cx="3108960" cy="914400"/>
          </a:xfrm>
          <a:prstGeom prst="rect">
            <a:avLst/>
          </a:prstGeom>
          <a:noFill/>
          <a:ln>
            <a:noFill/>
          </a:ln>
        </p:spPr>
        <p:txBody>
          <a:bodyPr wrap="square" anchor="t">
            <a:noAutofit/>
          </a:bodyPr>
          <a:lstStyle/>
          <a:p>
            <a:pPr>
              <a:spcAft>
                <a:spcPts val="600"/>
              </a:spcAft>
            </a:pPr>
            <a:r>
              <a:rPr lang="en-US" sz="1100" b="1" dirty="0"/>
              <a:t>Are Hip-Hop/Rap Going Mainstream?</a:t>
            </a:r>
          </a:p>
          <a:p>
            <a:pPr>
              <a:spcAft>
                <a:spcPts val="600"/>
              </a:spcAft>
            </a:pPr>
            <a:r>
              <a:rPr lang="en-US" sz="1000" dirty="0"/>
              <a:t>Combined movement in </a:t>
            </a:r>
            <a:r>
              <a:rPr lang="en-US" sz="1000" dirty="0" err="1"/>
              <a:t>speechiness</a:t>
            </a:r>
            <a:r>
              <a:rPr lang="en-US" sz="1000" dirty="0"/>
              <a:t> + danceability + lower valence signals growing production of rap/hip-hop in mainstream charts.</a:t>
            </a:r>
          </a:p>
          <a:p>
            <a:pPr marL="171450" indent="-171450">
              <a:spcAft>
                <a:spcPts val="600"/>
              </a:spcAft>
              <a:buFont typeface="Arial" panose="020B0604020202020204" pitchFamily="34" charset="0"/>
              <a:buChar char="•"/>
            </a:pPr>
            <a:endParaRPr lang="en-US" sz="1000" b="0" i="0" dirty="0">
              <a:effectLst/>
            </a:endParaRPr>
          </a:p>
        </p:txBody>
      </p:sp>
      <p:grpSp>
        <p:nvGrpSpPr>
          <p:cNvPr id="33" name="Group 32">
            <a:extLst>
              <a:ext uri="{FF2B5EF4-FFF2-40B4-BE49-F238E27FC236}">
                <a16:creationId xmlns:a16="http://schemas.microsoft.com/office/drawing/2014/main" id="{4BAB601A-4593-0CD9-FC26-AF4C9D9BE63A}"/>
              </a:ext>
            </a:extLst>
          </p:cNvPr>
          <p:cNvGrpSpPr>
            <a:grpSpLocks noChangeAspect="1"/>
          </p:cNvGrpSpPr>
          <p:nvPr/>
        </p:nvGrpSpPr>
        <p:grpSpPr>
          <a:xfrm>
            <a:off x="894997" y="5686901"/>
            <a:ext cx="548640" cy="548640"/>
            <a:chOff x="1415845" y="1706233"/>
            <a:chExt cx="822960" cy="822960"/>
          </a:xfrm>
        </p:grpSpPr>
        <p:sp>
          <p:nvSpPr>
            <p:cNvPr id="42" name="Teardrop 41">
              <a:extLst>
                <a:ext uri="{FF2B5EF4-FFF2-40B4-BE49-F238E27FC236}">
                  <a16:creationId xmlns:a16="http://schemas.microsoft.com/office/drawing/2014/main" id="{D7B61815-9F01-DEEC-A5FE-5B2E75078F63}"/>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a:extLst>
                <a:ext uri="{FF2B5EF4-FFF2-40B4-BE49-F238E27FC236}">
                  <a16:creationId xmlns:a16="http://schemas.microsoft.com/office/drawing/2014/main" id="{7DF88AD0-6042-9B13-F618-CE9BE187AB72}"/>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4</a:t>
              </a:r>
            </a:p>
          </p:txBody>
        </p:sp>
      </p:grpSp>
      <p:sp>
        <p:nvSpPr>
          <p:cNvPr id="44" name="TextBox 43">
            <a:extLst>
              <a:ext uri="{FF2B5EF4-FFF2-40B4-BE49-F238E27FC236}">
                <a16:creationId xmlns:a16="http://schemas.microsoft.com/office/drawing/2014/main" id="{37BEE915-02C5-5137-5877-D96A2D1C85B7}"/>
              </a:ext>
            </a:extLst>
          </p:cNvPr>
          <p:cNvSpPr txBox="1"/>
          <p:nvPr/>
        </p:nvSpPr>
        <p:spPr>
          <a:xfrm>
            <a:off x="1627460" y="5560396"/>
            <a:ext cx="3108960" cy="914400"/>
          </a:xfrm>
          <a:prstGeom prst="rect">
            <a:avLst/>
          </a:prstGeom>
          <a:noFill/>
          <a:ln>
            <a:noFill/>
          </a:ln>
        </p:spPr>
        <p:txBody>
          <a:bodyPr wrap="square" anchor="t">
            <a:noAutofit/>
          </a:bodyPr>
          <a:lstStyle/>
          <a:p>
            <a:pPr>
              <a:spcAft>
                <a:spcPts val="600"/>
              </a:spcAft>
            </a:pPr>
            <a:r>
              <a:rPr lang="en-US" sz="1100" b="1" dirty="0"/>
              <a:t>Pop Dominates Production Landscape</a:t>
            </a:r>
          </a:p>
          <a:p>
            <a:pPr>
              <a:spcAft>
                <a:spcPts val="600"/>
              </a:spcAft>
            </a:pPr>
            <a:r>
              <a:rPr lang="en-US" sz="1000" dirty="0"/>
              <a:t>Pop remains the dominant genre, followed by Rock, reflecting long-standing mainstream preferences.</a:t>
            </a:r>
          </a:p>
          <a:p>
            <a:pPr marL="171450" indent="-171450">
              <a:spcAft>
                <a:spcPts val="600"/>
              </a:spcAft>
              <a:buFont typeface="Arial" panose="020B0604020202020204" pitchFamily="34" charset="0"/>
              <a:buChar char="•"/>
            </a:pPr>
            <a:endParaRPr lang="en-US" sz="1000" b="0" i="0" dirty="0">
              <a:effectLst/>
            </a:endParaRPr>
          </a:p>
        </p:txBody>
      </p:sp>
      <p:pic>
        <p:nvPicPr>
          <p:cNvPr id="47" name="Picture 46">
            <a:extLst>
              <a:ext uri="{FF2B5EF4-FFF2-40B4-BE49-F238E27FC236}">
                <a16:creationId xmlns:a16="http://schemas.microsoft.com/office/drawing/2014/main" id="{DE93767B-5F14-F6C1-ECB9-6C2F648DF134}"/>
              </a:ext>
            </a:extLst>
          </p:cNvPr>
          <p:cNvPicPr>
            <a:picLocks noChangeAspect="1"/>
          </p:cNvPicPr>
          <p:nvPr/>
        </p:nvPicPr>
        <p:blipFill>
          <a:blip r:embed="rId4"/>
          <a:stretch>
            <a:fillRect/>
          </a:stretch>
        </p:blipFill>
        <p:spPr>
          <a:xfrm>
            <a:off x="5141258" y="4337261"/>
            <a:ext cx="6858000" cy="2224218"/>
          </a:xfrm>
          <a:prstGeom prst="rect">
            <a:avLst/>
          </a:prstGeom>
          <a:blipFill>
            <a:blip r:embed="rId3"/>
            <a:stretch>
              <a:fillRect/>
            </a:stretch>
          </a:blipFill>
          <a:ln w="3175">
            <a:solidFill>
              <a:schemeClr val="bg1">
                <a:lumMod val="50000"/>
              </a:schemeClr>
            </a:solidFill>
          </a:ln>
          <a:effectLst>
            <a:outerShdw blurRad="190500" dist="190500" dir="2700000" algn="tl" rotWithShape="0">
              <a:prstClr val="black">
                <a:alpha val="40000"/>
              </a:prstClr>
            </a:outerShdw>
          </a:effectLst>
        </p:spPr>
      </p:pic>
    </p:spTree>
    <p:extLst>
      <p:ext uri="{BB962C8B-B14F-4D97-AF65-F5344CB8AC3E}">
        <p14:creationId xmlns:p14="http://schemas.microsoft.com/office/powerpoint/2010/main" val="2535487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28EEA-07B7-4092-2B23-197367C52D1E}"/>
              </a:ext>
            </a:extLst>
          </p:cNvPr>
          <p:cNvSpPr>
            <a:spLocks noGrp="1"/>
          </p:cNvSpPr>
          <p:nvPr>
            <p:ph type="title"/>
          </p:nvPr>
        </p:nvSpPr>
        <p:spPr/>
        <p:txBody>
          <a:bodyPr/>
          <a:lstStyle/>
          <a:p>
            <a:r>
              <a:rPr lang="en-US" dirty="0"/>
              <a:t>Feature Engineering &amp; Feature Selection</a:t>
            </a:r>
          </a:p>
        </p:txBody>
      </p:sp>
      <p:graphicFrame>
        <p:nvGraphicFramePr>
          <p:cNvPr id="3" name="Table 2">
            <a:extLst>
              <a:ext uri="{FF2B5EF4-FFF2-40B4-BE49-F238E27FC236}">
                <a16:creationId xmlns:a16="http://schemas.microsoft.com/office/drawing/2014/main" id="{0793BC44-8ECA-4969-A0E7-A853DEFA1B13}"/>
              </a:ext>
            </a:extLst>
          </p:cNvPr>
          <p:cNvGraphicFramePr>
            <a:graphicFrameLocks noGrp="1"/>
          </p:cNvGraphicFramePr>
          <p:nvPr/>
        </p:nvGraphicFramePr>
        <p:xfrm>
          <a:off x="7014618" y="2201038"/>
          <a:ext cx="3657600" cy="731520"/>
        </p:xfrm>
        <a:graphic>
          <a:graphicData uri="http://schemas.openxmlformats.org/drawingml/2006/table">
            <a:tbl>
              <a:tblPr firstRow="1" bandRow="1">
                <a:noFill/>
                <a:tableStyleId>{5C22544A-7EE6-4342-B048-85BDC9FD1C3A}</a:tableStyleId>
              </a:tblPr>
              <a:tblGrid>
                <a:gridCol w="1828800">
                  <a:extLst>
                    <a:ext uri="{9D8B030D-6E8A-4147-A177-3AD203B41FA5}">
                      <a16:colId xmlns:a16="http://schemas.microsoft.com/office/drawing/2014/main" val="1380022016"/>
                    </a:ext>
                  </a:extLst>
                </a:gridCol>
                <a:gridCol w="1828800">
                  <a:extLst>
                    <a:ext uri="{9D8B030D-6E8A-4147-A177-3AD203B41FA5}">
                      <a16:colId xmlns:a16="http://schemas.microsoft.com/office/drawing/2014/main" val="3912602681"/>
                    </a:ext>
                  </a:extLst>
                </a:gridCol>
              </a:tblGrid>
              <a:tr h="365760">
                <a:tc>
                  <a:txBody>
                    <a:bodyPr/>
                    <a:lstStyle/>
                    <a:p>
                      <a:pPr algn="ctr" fontAlgn="ctr"/>
                      <a:r>
                        <a:rPr lang="en-US" sz="900" b="1" i="0" u="none" strike="noStrike" cap="none" spc="0" dirty="0">
                          <a:solidFill>
                            <a:schemeClr val="tx1"/>
                          </a:solidFill>
                          <a:effectLst/>
                          <a:latin typeface="+mn-lt"/>
                        </a:rPr>
                        <a:t>Data Columns</a:t>
                      </a:r>
                    </a:p>
                  </a:txBody>
                  <a:tcPr anchor="ctr">
                    <a:lnL w="12700" cmpd="sng">
                      <a:noFill/>
                    </a:lnL>
                    <a:lnR w="12700" cmpd="sng">
                      <a:noFill/>
                    </a:lnR>
                    <a:lnT w="9525" cap="flat" cmpd="sng" algn="ctr">
                      <a:noFill/>
                      <a:prstDash val="solid"/>
                    </a:lnT>
                    <a:lnB w="38100" cmpd="sng">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1" i="0" u="none" strike="noStrike" cap="none" spc="0">
                          <a:solidFill>
                            <a:schemeClr val="tx1"/>
                          </a:solidFill>
                          <a:effectLst/>
                          <a:latin typeface="+mn-lt"/>
                        </a:rPr>
                        <a:t>Treatment</a:t>
                      </a:r>
                    </a:p>
                  </a:txBody>
                  <a:tcPr anchor="ctr">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744440095"/>
                  </a:ext>
                </a:extLst>
              </a:tr>
              <a:tr h="36576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mn-lt"/>
                        </a:rPr>
                        <a:t>SONG, ARTIST, DISPLAY fields</a:t>
                      </a:r>
                    </a:p>
                  </a:txBody>
                  <a:tcPr anchor="ctr">
                    <a:lnL w="12700" cap="flat" cmpd="sng" algn="ctr">
                      <a:solidFill>
                        <a:schemeClr val="bg2">
                          <a:lumMod val="25000"/>
                        </a:schemeClr>
                      </a:solidFill>
                      <a:prstDash val="solid"/>
                      <a:round/>
                      <a:headEnd type="none" w="med" len="med"/>
                      <a:tailEnd type="none" w="med" len="med"/>
                    </a:lnL>
                    <a:lnR w="12700" cmpd="sng">
                      <a:noFill/>
                      <a:prstDash val="solid"/>
                    </a:lnR>
                    <a:lnT w="38100" cmpd="sng">
                      <a:noFill/>
                    </a:lnT>
                    <a:lnB w="9525" cap="flat" cmpd="sng" algn="ctr">
                      <a:noFill/>
                      <a:prstDash val="solid"/>
                    </a:lnB>
                    <a:solidFill>
                      <a:schemeClr val="accent6">
                        <a:lumMod val="20000"/>
                        <a:lumOff val="80000"/>
                        <a:alpha val="4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dirty="0"/>
                        <a:t>Dropped identifiers</a:t>
                      </a:r>
                      <a:endParaRPr lang="en-US" sz="900" b="0" i="0" u="none" strike="noStrike" dirty="0">
                        <a:solidFill>
                          <a:srgbClr val="000000"/>
                        </a:solidFill>
                        <a:effectLst/>
                        <a:latin typeface="+mn-lt"/>
                      </a:endParaRPr>
                    </a:p>
                  </a:txBody>
                  <a:tcPr anchor="ctr">
                    <a:lnL w="12700" cmpd="sng">
                      <a:noFill/>
                      <a:prstDash val="solid"/>
                    </a:lnL>
                    <a:lnR w="12700" cmpd="sng">
                      <a:noFill/>
                      <a:prstDash val="solid"/>
                    </a:lnR>
                    <a:lnT w="38100" cmpd="sng">
                      <a:noFill/>
                    </a:lnT>
                    <a:lnB w="9525" cap="flat" cmpd="sng" algn="ctr">
                      <a:noFill/>
                      <a:prstDash val="solid"/>
                    </a:lnB>
                    <a:solidFill>
                      <a:schemeClr val="accent6">
                        <a:lumMod val="20000"/>
                        <a:lumOff val="80000"/>
                        <a:alpha val="40000"/>
                      </a:schemeClr>
                    </a:solidFill>
                  </a:tcPr>
                </a:tc>
                <a:extLst>
                  <a:ext uri="{0D108BD9-81ED-4DB2-BD59-A6C34878D82A}">
                    <a16:rowId xmlns:a16="http://schemas.microsoft.com/office/drawing/2014/main" val="1382399421"/>
                  </a:ext>
                </a:extLst>
              </a:tr>
            </a:tbl>
          </a:graphicData>
        </a:graphic>
      </p:graphicFrame>
      <p:grpSp>
        <p:nvGrpSpPr>
          <p:cNvPr id="4" name="Group 3">
            <a:extLst>
              <a:ext uri="{FF2B5EF4-FFF2-40B4-BE49-F238E27FC236}">
                <a16:creationId xmlns:a16="http://schemas.microsoft.com/office/drawing/2014/main" id="{2E2AB681-26E5-F613-AB5A-A30F651281A1}"/>
              </a:ext>
            </a:extLst>
          </p:cNvPr>
          <p:cNvGrpSpPr>
            <a:grpSpLocks noChangeAspect="1"/>
          </p:cNvGrpSpPr>
          <p:nvPr/>
        </p:nvGrpSpPr>
        <p:grpSpPr>
          <a:xfrm>
            <a:off x="1215190" y="2565767"/>
            <a:ext cx="548640" cy="548640"/>
            <a:chOff x="1415845" y="1706233"/>
            <a:chExt cx="822960" cy="822960"/>
          </a:xfrm>
        </p:grpSpPr>
        <p:sp>
          <p:nvSpPr>
            <p:cNvPr id="5" name="Teardrop 4">
              <a:extLst>
                <a:ext uri="{FF2B5EF4-FFF2-40B4-BE49-F238E27FC236}">
                  <a16:creationId xmlns:a16="http://schemas.microsoft.com/office/drawing/2014/main" id="{5822ACFE-728E-E986-5510-F2AA5812CB2D}"/>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7F809FDF-726F-CA18-E707-E9E737327E83}"/>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2</a:t>
              </a:r>
            </a:p>
          </p:txBody>
        </p:sp>
      </p:grpSp>
      <p:sp>
        <p:nvSpPr>
          <p:cNvPr id="7" name="TextBox 6">
            <a:extLst>
              <a:ext uri="{FF2B5EF4-FFF2-40B4-BE49-F238E27FC236}">
                <a16:creationId xmlns:a16="http://schemas.microsoft.com/office/drawing/2014/main" id="{AF0DFBA7-B43B-0268-32FB-01E210141C23}"/>
              </a:ext>
            </a:extLst>
          </p:cNvPr>
          <p:cNvSpPr txBox="1"/>
          <p:nvPr/>
        </p:nvSpPr>
        <p:spPr>
          <a:xfrm>
            <a:off x="1947653" y="2439262"/>
            <a:ext cx="3383280" cy="731520"/>
          </a:xfrm>
          <a:prstGeom prst="rect">
            <a:avLst/>
          </a:prstGeom>
          <a:noFill/>
          <a:ln>
            <a:noFill/>
          </a:ln>
        </p:spPr>
        <p:txBody>
          <a:bodyPr wrap="square" anchor="t">
            <a:noAutofit/>
          </a:bodyPr>
          <a:lstStyle/>
          <a:p>
            <a:pPr>
              <a:spcAft>
                <a:spcPts val="600"/>
              </a:spcAft>
            </a:pPr>
            <a:r>
              <a:rPr lang="en-US" sz="1100" b="1" dirty="0"/>
              <a:t>Dropped Identifiers Columns</a:t>
            </a:r>
          </a:p>
          <a:p>
            <a:pPr>
              <a:spcAft>
                <a:spcPts val="600"/>
              </a:spcAft>
            </a:pPr>
            <a:r>
              <a:rPr lang="en-US" sz="1000" b="0" i="0" dirty="0">
                <a:effectLst/>
              </a:rPr>
              <a:t>Dropped identifier columns – textual data, no explanatory power.</a:t>
            </a:r>
          </a:p>
        </p:txBody>
      </p:sp>
      <p:graphicFrame>
        <p:nvGraphicFramePr>
          <p:cNvPr id="13" name="Table 12">
            <a:extLst>
              <a:ext uri="{FF2B5EF4-FFF2-40B4-BE49-F238E27FC236}">
                <a16:creationId xmlns:a16="http://schemas.microsoft.com/office/drawing/2014/main" id="{C9519B12-C40B-2036-307C-04542D2572C2}"/>
              </a:ext>
            </a:extLst>
          </p:cNvPr>
          <p:cNvGraphicFramePr>
            <a:graphicFrameLocks noGrp="1"/>
          </p:cNvGraphicFramePr>
          <p:nvPr/>
        </p:nvGraphicFramePr>
        <p:xfrm>
          <a:off x="7014618" y="3289241"/>
          <a:ext cx="3657600" cy="731520"/>
        </p:xfrm>
        <a:graphic>
          <a:graphicData uri="http://schemas.openxmlformats.org/drawingml/2006/table">
            <a:tbl>
              <a:tblPr firstRow="1" bandRow="1">
                <a:noFill/>
                <a:tableStyleId>{5C22544A-7EE6-4342-B048-85BDC9FD1C3A}</a:tableStyleId>
              </a:tblPr>
              <a:tblGrid>
                <a:gridCol w="1575929">
                  <a:extLst>
                    <a:ext uri="{9D8B030D-6E8A-4147-A177-3AD203B41FA5}">
                      <a16:colId xmlns:a16="http://schemas.microsoft.com/office/drawing/2014/main" val="1380022016"/>
                    </a:ext>
                  </a:extLst>
                </a:gridCol>
                <a:gridCol w="2081671">
                  <a:extLst>
                    <a:ext uri="{9D8B030D-6E8A-4147-A177-3AD203B41FA5}">
                      <a16:colId xmlns:a16="http://schemas.microsoft.com/office/drawing/2014/main" val="3912602681"/>
                    </a:ext>
                  </a:extLst>
                </a:gridCol>
              </a:tblGrid>
              <a:tr h="365760">
                <a:tc>
                  <a:txBody>
                    <a:bodyPr/>
                    <a:lstStyle/>
                    <a:p>
                      <a:pPr algn="ctr" fontAlgn="ctr"/>
                      <a:r>
                        <a:rPr lang="en-US" sz="900" b="1" i="0" u="none" strike="noStrike" cap="none" spc="0">
                          <a:solidFill>
                            <a:schemeClr val="tx1"/>
                          </a:solidFill>
                          <a:effectLst/>
                          <a:latin typeface="+mn-lt"/>
                        </a:rPr>
                        <a:t>Data Columns</a:t>
                      </a:r>
                    </a:p>
                  </a:txBody>
                  <a:tcPr anchor="ctr">
                    <a:lnL w="12700" cmpd="sng">
                      <a:noFill/>
                    </a:lnL>
                    <a:lnR w="12700" cmpd="sng">
                      <a:noFill/>
                    </a:lnR>
                    <a:lnT w="9525" cap="flat" cmpd="sng" algn="ctr">
                      <a:noFill/>
                      <a:prstDash val="solid"/>
                    </a:lnT>
                    <a:lnB w="38100" cmpd="sng">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1" i="0" u="none" strike="noStrike" cap="none" spc="0">
                          <a:solidFill>
                            <a:schemeClr val="tx1"/>
                          </a:solidFill>
                          <a:effectLst/>
                          <a:latin typeface="+mn-lt"/>
                        </a:rPr>
                        <a:t>Treatment</a:t>
                      </a:r>
                    </a:p>
                  </a:txBody>
                  <a:tcPr anchor="ctr">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744440095"/>
                  </a:ext>
                </a:extLst>
              </a:tr>
              <a:tr h="36576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mn-lt"/>
                        </a:rPr>
                        <a:t>GENRE</a:t>
                      </a:r>
                    </a:p>
                  </a:txBody>
                  <a:tcPr anchor="ctr">
                    <a:lnL w="12700" cap="flat" cmpd="sng" algn="ctr">
                      <a:solidFill>
                        <a:schemeClr val="bg2">
                          <a:lumMod val="25000"/>
                        </a:schemeClr>
                      </a:solidFill>
                      <a:prstDash val="solid"/>
                      <a:round/>
                      <a:headEnd type="none" w="med" len="med"/>
                      <a:tailEnd type="none" w="med" len="med"/>
                    </a:lnL>
                    <a:lnR w="12700" cmpd="sng">
                      <a:noFill/>
                      <a:prstDash val="solid"/>
                    </a:lnR>
                    <a:lnT w="38100" cmpd="sng">
                      <a:noFill/>
                    </a:lnT>
                    <a:lnB w="9525" cap="flat" cmpd="sng" algn="ctr">
                      <a:noFill/>
                      <a:prstDash val="solid"/>
                    </a:lnB>
                    <a:solidFill>
                      <a:schemeClr val="accent6">
                        <a:lumMod val="20000"/>
                        <a:lumOff val="80000"/>
                        <a:alpha val="4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dirty="0"/>
                        <a:t>Dropped </a:t>
                      </a:r>
                      <a:r>
                        <a:rPr lang="en-US" sz="900" b="0" i="0" dirty="0">
                          <a:effectLst/>
                        </a:rPr>
                        <a:t>after consolidation</a:t>
                      </a:r>
                      <a:endParaRPr lang="en-US" sz="900" b="0" i="0" u="none" strike="noStrike" dirty="0">
                        <a:solidFill>
                          <a:srgbClr val="000000"/>
                        </a:solidFill>
                        <a:effectLst/>
                        <a:latin typeface="+mn-lt"/>
                      </a:endParaRPr>
                    </a:p>
                  </a:txBody>
                  <a:tcPr anchor="ctr">
                    <a:lnL w="12700" cmpd="sng">
                      <a:noFill/>
                      <a:prstDash val="solid"/>
                    </a:lnL>
                    <a:lnR w="12700" cmpd="sng">
                      <a:noFill/>
                      <a:prstDash val="solid"/>
                    </a:lnR>
                    <a:lnT w="38100" cmpd="sng">
                      <a:noFill/>
                    </a:lnT>
                    <a:lnB w="9525" cap="flat" cmpd="sng" algn="ctr">
                      <a:noFill/>
                      <a:prstDash val="solid"/>
                    </a:lnB>
                    <a:solidFill>
                      <a:schemeClr val="accent6">
                        <a:lumMod val="20000"/>
                        <a:lumOff val="80000"/>
                        <a:alpha val="40000"/>
                      </a:schemeClr>
                    </a:solidFill>
                  </a:tcPr>
                </a:tc>
                <a:extLst>
                  <a:ext uri="{0D108BD9-81ED-4DB2-BD59-A6C34878D82A}">
                    <a16:rowId xmlns:a16="http://schemas.microsoft.com/office/drawing/2014/main" val="1382399421"/>
                  </a:ext>
                </a:extLst>
              </a:tr>
            </a:tbl>
          </a:graphicData>
        </a:graphic>
      </p:graphicFrame>
      <p:grpSp>
        <p:nvGrpSpPr>
          <p:cNvPr id="14" name="Group 13">
            <a:extLst>
              <a:ext uri="{FF2B5EF4-FFF2-40B4-BE49-F238E27FC236}">
                <a16:creationId xmlns:a16="http://schemas.microsoft.com/office/drawing/2014/main" id="{73B0D5C2-C718-F01E-8539-F3DC5008FCE5}"/>
              </a:ext>
            </a:extLst>
          </p:cNvPr>
          <p:cNvGrpSpPr>
            <a:grpSpLocks noChangeAspect="1"/>
          </p:cNvGrpSpPr>
          <p:nvPr/>
        </p:nvGrpSpPr>
        <p:grpSpPr>
          <a:xfrm>
            <a:off x="1215190" y="3527465"/>
            <a:ext cx="548640" cy="548640"/>
            <a:chOff x="1415845" y="1706233"/>
            <a:chExt cx="822960" cy="822960"/>
          </a:xfrm>
        </p:grpSpPr>
        <p:sp>
          <p:nvSpPr>
            <p:cNvPr id="15" name="Teardrop 14">
              <a:extLst>
                <a:ext uri="{FF2B5EF4-FFF2-40B4-BE49-F238E27FC236}">
                  <a16:creationId xmlns:a16="http://schemas.microsoft.com/office/drawing/2014/main" id="{48E95CBB-84D5-345A-B90D-83DBA6513BF3}"/>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04D7EF19-034F-C650-A190-B9F263957920}"/>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3</a:t>
              </a:r>
            </a:p>
          </p:txBody>
        </p:sp>
      </p:grpSp>
      <p:sp>
        <p:nvSpPr>
          <p:cNvPr id="17" name="TextBox 16">
            <a:extLst>
              <a:ext uri="{FF2B5EF4-FFF2-40B4-BE49-F238E27FC236}">
                <a16:creationId xmlns:a16="http://schemas.microsoft.com/office/drawing/2014/main" id="{F8AB1CDE-852A-E588-7C67-D70F1E52B498}"/>
              </a:ext>
            </a:extLst>
          </p:cNvPr>
          <p:cNvSpPr txBox="1"/>
          <p:nvPr/>
        </p:nvSpPr>
        <p:spPr>
          <a:xfrm>
            <a:off x="1947653" y="3400960"/>
            <a:ext cx="3383280" cy="731520"/>
          </a:xfrm>
          <a:prstGeom prst="rect">
            <a:avLst/>
          </a:prstGeom>
          <a:noFill/>
          <a:ln>
            <a:noFill/>
          </a:ln>
        </p:spPr>
        <p:txBody>
          <a:bodyPr wrap="square" anchor="t">
            <a:noAutofit/>
          </a:bodyPr>
          <a:lstStyle/>
          <a:p>
            <a:pPr>
              <a:spcAft>
                <a:spcPts val="600"/>
              </a:spcAft>
            </a:pPr>
            <a:r>
              <a:rPr lang="en-US" sz="1100" b="1" dirty="0"/>
              <a:t>Dropped Columns after Feature Extraction</a:t>
            </a:r>
          </a:p>
          <a:p>
            <a:pPr>
              <a:spcAft>
                <a:spcPts val="600"/>
              </a:spcAft>
            </a:pPr>
            <a:r>
              <a:rPr lang="en-US" sz="1000" dirty="0"/>
              <a:t>Dropped GENRE (high cardinality) after extracting consolidated GENRE_CLEAN</a:t>
            </a:r>
            <a:r>
              <a:rPr lang="en-US" sz="1000" b="0" i="0" dirty="0">
                <a:effectLst/>
              </a:rPr>
              <a:t>.</a:t>
            </a:r>
          </a:p>
        </p:txBody>
      </p:sp>
      <p:graphicFrame>
        <p:nvGraphicFramePr>
          <p:cNvPr id="18" name="Table 17">
            <a:extLst>
              <a:ext uri="{FF2B5EF4-FFF2-40B4-BE49-F238E27FC236}">
                <a16:creationId xmlns:a16="http://schemas.microsoft.com/office/drawing/2014/main" id="{0C29C816-85EE-4783-653D-450D4ED0616C}"/>
              </a:ext>
            </a:extLst>
          </p:cNvPr>
          <p:cNvGraphicFramePr>
            <a:graphicFrameLocks noGrp="1"/>
          </p:cNvGraphicFramePr>
          <p:nvPr/>
        </p:nvGraphicFramePr>
        <p:xfrm>
          <a:off x="7014618" y="4377444"/>
          <a:ext cx="3657600" cy="731520"/>
        </p:xfrm>
        <a:graphic>
          <a:graphicData uri="http://schemas.openxmlformats.org/drawingml/2006/table">
            <a:tbl>
              <a:tblPr firstRow="1" bandRow="1">
                <a:noFill/>
                <a:tableStyleId>{5C22544A-7EE6-4342-B048-85BDC9FD1C3A}</a:tableStyleId>
              </a:tblPr>
              <a:tblGrid>
                <a:gridCol w="1828800">
                  <a:extLst>
                    <a:ext uri="{9D8B030D-6E8A-4147-A177-3AD203B41FA5}">
                      <a16:colId xmlns:a16="http://schemas.microsoft.com/office/drawing/2014/main" val="1380022016"/>
                    </a:ext>
                  </a:extLst>
                </a:gridCol>
                <a:gridCol w="1828800">
                  <a:extLst>
                    <a:ext uri="{9D8B030D-6E8A-4147-A177-3AD203B41FA5}">
                      <a16:colId xmlns:a16="http://schemas.microsoft.com/office/drawing/2014/main" val="3912602681"/>
                    </a:ext>
                  </a:extLst>
                </a:gridCol>
              </a:tblGrid>
              <a:tr h="365760">
                <a:tc>
                  <a:txBody>
                    <a:bodyPr/>
                    <a:lstStyle/>
                    <a:p>
                      <a:pPr algn="ctr" fontAlgn="ctr"/>
                      <a:r>
                        <a:rPr lang="en-US" sz="900" b="1" i="0" u="none" strike="noStrike" cap="none" spc="0" dirty="0">
                          <a:solidFill>
                            <a:schemeClr val="tx1"/>
                          </a:solidFill>
                          <a:effectLst/>
                          <a:latin typeface="+mn-lt"/>
                        </a:rPr>
                        <a:t>Data Columns</a:t>
                      </a:r>
                    </a:p>
                  </a:txBody>
                  <a:tcPr anchor="ctr">
                    <a:lnL w="12700" cmpd="sng">
                      <a:noFill/>
                    </a:lnL>
                    <a:lnR w="12700" cmpd="sng">
                      <a:noFill/>
                    </a:lnR>
                    <a:lnT w="9525" cap="flat" cmpd="sng" algn="ctr">
                      <a:noFill/>
                      <a:prstDash val="solid"/>
                    </a:lnT>
                    <a:lnB w="38100" cmpd="sng">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1" i="0" u="none" strike="noStrike" cap="none" spc="0">
                          <a:solidFill>
                            <a:schemeClr val="tx1"/>
                          </a:solidFill>
                          <a:effectLst/>
                          <a:latin typeface="+mn-lt"/>
                        </a:rPr>
                        <a:t>Treatment</a:t>
                      </a:r>
                    </a:p>
                  </a:txBody>
                  <a:tcPr anchor="ctr">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744440095"/>
                  </a:ext>
                </a:extLst>
              </a:tr>
              <a:tr h="36576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mn-lt"/>
                        </a:rPr>
                        <a:t>FIRST_WEEK</a:t>
                      </a:r>
                    </a:p>
                  </a:txBody>
                  <a:tcPr anchor="ctr">
                    <a:lnL w="12700" cap="flat" cmpd="sng" algn="ctr">
                      <a:solidFill>
                        <a:schemeClr val="bg2">
                          <a:lumMod val="25000"/>
                        </a:schemeClr>
                      </a:solidFill>
                      <a:prstDash val="solid"/>
                      <a:round/>
                      <a:headEnd type="none" w="med" len="med"/>
                      <a:tailEnd type="none" w="med" len="med"/>
                    </a:lnL>
                    <a:lnR w="12700" cmpd="sng">
                      <a:noFill/>
                      <a:prstDash val="solid"/>
                    </a:lnR>
                    <a:lnT w="38100" cmpd="sng">
                      <a:noFill/>
                    </a:lnT>
                    <a:lnB w="9525" cap="flat" cmpd="sng" algn="ctr">
                      <a:noFill/>
                      <a:prstDash val="solid"/>
                    </a:lnB>
                    <a:solidFill>
                      <a:schemeClr val="accent6">
                        <a:lumMod val="20000"/>
                        <a:lumOff val="80000"/>
                        <a:alpha val="4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dirty="0"/>
                        <a:t>Dropped due to data quality issues</a:t>
                      </a:r>
                      <a:endParaRPr lang="en-US" sz="900" b="0" i="0" u="none" strike="noStrike" dirty="0">
                        <a:solidFill>
                          <a:srgbClr val="000000"/>
                        </a:solidFill>
                        <a:effectLst/>
                        <a:latin typeface="+mn-lt"/>
                      </a:endParaRPr>
                    </a:p>
                  </a:txBody>
                  <a:tcPr anchor="ctr">
                    <a:lnL w="12700" cmpd="sng">
                      <a:noFill/>
                      <a:prstDash val="solid"/>
                    </a:lnL>
                    <a:lnR w="12700" cmpd="sng">
                      <a:noFill/>
                      <a:prstDash val="solid"/>
                    </a:lnR>
                    <a:lnT w="38100" cmpd="sng">
                      <a:noFill/>
                    </a:lnT>
                    <a:lnB w="9525" cap="flat" cmpd="sng" algn="ctr">
                      <a:noFill/>
                      <a:prstDash val="solid"/>
                    </a:lnB>
                    <a:solidFill>
                      <a:schemeClr val="accent6">
                        <a:lumMod val="20000"/>
                        <a:lumOff val="80000"/>
                        <a:alpha val="40000"/>
                      </a:schemeClr>
                    </a:solidFill>
                  </a:tcPr>
                </a:tc>
                <a:extLst>
                  <a:ext uri="{0D108BD9-81ED-4DB2-BD59-A6C34878D82A}">
                    <a16:rowId xmlns:a16="http://schemas.microsoft.com/office/drawing/2014/main" val="1382399421"/>
                  </a:ext>
                </a:extLst>
              </a:tr>
            </a:tbl>
          </a:graphicData>
        </a:graphic>
      </p:graphicFrame>
      <p:grpSp>
        <p:nvGrpSpPr>
          <p:cNvPr id="19" name="Group 18">
            <a:extLst>
              <a:ext uri="{FF2B5EF4-FFF2-40B4-BE49-F238E27FC236}">
                <a16:creationId xmlns:a16="http://schemas.microsoft.com/office/drawing/2014/main" id="{A08CB0B0-A11B-DDE4-420E-EB6C7ED7C7BC}"/>
              </a:ext>
            </a:extLst>
          </p:cNvPr>
          <p:cNvGrpSpPr>
            <a:grpSpLocks noChangeAspect="1"/>
          </p:cNvGrpSpPr>
          <p:nvPr/>
        </p:nvGrpSpPr>
        <p:grpSpPr>
          <a:xfrm>
            <a:off x="1215190" y="4615668"/>
            <a:ext cx="548640" cy="548640"/>
            <a:chOff x="1415845" y="1706233"/>
            <a:chExt cx="822960" cy="822960"/>
          </a:xfrm>
        </p:grpSpPr>
        <p:sp>
          <p:nvSpPr>
            <p:cNvPr id="20" name="Teardrop 19">
              <a:extLst>
                <a:ext uri="{FF2B5EF4-FFF2-40B4-BE49-F238E27FC236}">
                  <a16:creationId xmlns:a16="http://schemas.microsoft.com/office/drawing/2014/main" id="{A6DCBA8B-79B3-5C85-6C6A-D4F1C05864EE}"/>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a:extLst>
                <a:ext uri="{FF2B5EF4-FFF2-40B4-BE49-F238E27FC236}">
                  <a16:creationId xmlns:a16="http://schemas.microsoft.com/office/drawing/2014/main" id="{5DFFA8E0-AEED-0AF2-1A67-6C8E0FE605B3}"/>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4</a:t>
              </a:r>
            </a:p>
          </p:txBody>
        </p:sp>
      </p:grpSp>
      <p:sp>
        <p:nvSpPr>
          <p:cNvPr id="22" name="TextBox 21">
            <a:extLst>
              <a:ext uri="{FF2B5EF4-FFF2-40B4-BE49-F238E27FC236}">
                <a16:creationId xmlns:a16="http://schemas.microsoft.com/office/drawing/2014/main" id="{1B154E55-15B3-C096-1413-9FD4F638AF90}"/>
              </a:ext>
            </a:extLst>
          </p:cNvPr>
          <p:cNvSpPr txBox="1"/>
          <p:nvPr/>
        </p:nvSpPr>
        <p:spPr>
          <a:xfrm>
            <a:off x="1947653" y="4489163"/>
            <a:ext cx="3383280" cy="731520"/>
          </a:xfrm>
          <a:prstGeom prst="rect">
            <a:avLst/>
          </a:prstGeom>
          <a:noFill/>
          <a:ln>
            <a:noFill/>
          </a:ln>
        </p:spPr>
        <p:txBody>
          <a:bodyPr wrap="square" anchor="t">
            <a:noAutofit/>
          </a:bodyPr>
          <a:lstStyle/>
          <a:p>
            <a:pPr>
              <a:spcAft>
                <a:spcPts val="600"/>
              </a:spcAft>
            </a:pPr>
            <a:r>
              <a:rPr lang="en-US" sz="1100" b="1" dirty="0"/>
              <a:t>Dropped Date Field after EDA</a:t>
            </a:r>
          </a:p>
          <a:p>
            <a:pPr>
              <a:spcAft>
                <a:spcPts val="600"/>
              </a:spcAft>
            </a:pPr>
            <a:r>
              <a:rPr lang="en-US" sz="1000" b="0" i="0" dirty="0">
                <a:effectLst/>
              </a:rPr>
              <a:t>Dropped </a:t>
            </a:r>
            <a:r>
              <a:rPr lang="en-US" sz="1000" dirty="0"/>
              <a:t>FIRST_WEEK due to data quality issues in significant proportion of observations (&gt; 25%)</a:t>
            </a:r>
            <a:r>
              <a:rPr lang="en-US" sz="1000" b="0" i="0" dirty="0">
                <a:effectLst/>
              </a:rPr>
              <a:t>.</a:t>
            </a:r>
          </a:p>
        </p:txBody>
      </p:sp>
      <p:graphicFrame>
        <p:nvGraphicFramePr>
          <p:cNvPr id="23" name="Table 22">
            <a:extLst>
              <a:ext uri="{FF2B5EF4-FFF2-40B4-BE49-F238E27FC236}">
                <a16:creationId xmlns:a16="http://schemas.microsoft.com/office/drawing/2014/main" id="{92342686-2FA6-43B6-785F-49A2873FF118}"/>
              </a:ext>
            </a:extLst>
          </p:cNvPr>
          <p:cNvGraphicFramePr>
            <a:graphicFrameLocks noGrp="1"/>
          </p:cNvGraphicFramePr>
          <p:nvPr/>
        </p:nvGraphicFramePr>
        <p:xfrm>
          <a:off x="7014618" y="5465647"/>
          <a:ext cx="3657600" cy="731520"/>
        </p:xfrm>
        <a:graphic>
          <a:graphicData uri="http://schemas.openxmlformats.org/drawingml/2006/table">
            <a:tbl>
              <a:tblPr firstRow="1" bandRow="1">
                <a:noFill/>
                <a:tableStyleId>{5C22544A-7EE6-4342-B048-85BDC9FD1C3A}</a:tableStyleId>
              </a:tblPr>
              <a:tblGrid>
                <a:gridCol w="1828800">
                  <a:extLst>
                    <a:ext uri="{9D8B030D-6E8A-4147-A177-3AD203B41FA5}">
                      <a16:colId xmlns:a16="http://schemas.microsoft.com/office/drawing/2014/main" val="1380022016"/>
                    </a:ext>
                  </a:extLst>
                </a:gridCol>
                <a:gridCol w="1828800">
                  <a:extLst>
                    <a:ext uri="{9D8B030D-6E8A-4147-A177-3AD203B41FA5}">
                      <a16:colId xmlns:a16="http://schemas.microsoft.com/office/drawing/2014/main" val="3912602681"/>
                    </a:ext>
                  </a:extLst>
                </a:gridCol>
              </a:tblGrid>
              <a:tr h="365760">
                <a:tc>
                  <a:txBody>
                    <a:bodyPr/>
                    <a:lstStyle/>
                    <a:p>
                      <a:pPr algn="ctr" fontAlgn="ctr"/>
                      <a:r>
                        <a:rPr lang="en-US" sz="900" b="1" i="0" u="none" strike="noStrike" cap="none" spc="0" dirty="0">
                          <a:solidFill>
                            <a:schemeClr val="tx1"/>
                          </a:solidFill>
                          <a:effectLst/>
                          <a:latin typeface="+mn-lt"/>
                        </a:rPr>
                        <a:t>Data Columns</a:t>
                      </a:r>
                    </a:p>
                  </a:txBody>
                  <a:tcPr anchor="ctr">
                    <a:lnL w="12700" cmpd="sng">
                      <a:noFill/>
                    </a:lnL>
                    <a:lnR w="12700" cmpd="sng">
                      <a:noFill/>
                    </a:lnR>
                    <a:lnT w="9525" cap="flat" cmpd="sng" algn="ctr">
                      <a:noFill/>
                      <a:prstDash val="solid"/>
                    </a:lnT>
                    <a:lnB w="38100" cmpd="sng">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1" i="0" u="none" strike="noStrike" cap="none" spc="0">
                          <a:solidFill>
                            <a:schemeClr val="tx1"/>
                          </a:solidFill>
                          <a:effectLst/>
                          <a:latin typeface="+mn-lt"/>
                        </a:rPr>
                        <a:t>Treatment</a:t>
                      </a:r>
                    </a:p>
                  </a:txBody>
                  <a:tcPr anchor="ctr">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744440095"/>
                  </a:ext>
                </a:extLst>
              </a:tr>
              <a:tr h="36576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mn-lt"/>
                        </a:rPr>
                        <a:t>PEAK_POSITION, WEEKS_ON_CHART</a:t>
                      </a:r>
                    </a:p>
                  </a:txBody>
                  <a:tcPr anchor="ctr">
                    <a:lnL w="12700" cap="flat" cmpd="sng" algn="ctr">
                      <a:solidFill>
                        <a:schemeClr val="bg2">
                          <a:lumMod val="25000"/>
                        </a:schemeClr>
                      </a:solidFill>
                      <a:prstDash val="solid"/>
                      <a:round/>
                      <a:headEnd type="none" w="med" len="med"/>
                      <a:tailEnd type="none" w="med" len="med"/>
                    </a:lnL>
                    <a:lnR w="12700" cmpd="sng">
                      <a:noFill/>
                      <a:prstDash val="solid"/>
                    </a:lnR>
                    <a:lnT w="38100" cmpd="sng">
                      <a:noFill/>
                    </a:lnT>
                    <a:lnB w="9525" cap="flat" cmpd="sng" algn="ctr">
                      <a:noFill/>
                      <a:prstDash val="solid"/>
                    </a:lnB>
                    <a:solidFill>
                      <a:schemeClr val="accent6">
                        <a:lumMod val="20000"/>
                        <a:lumOff val="80000"/>
                        <a:alpha val="4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dirty="0"/>
                        <a:t>Dropped to prevent target leakage</a:t>
                      </a:r>
                      <a:endParaRPr lang="en-US" sz="900" b="0" i="0" u="none" strike="noStrike" dirty="0">
                        <a:solidFill>
                          <a:srgbClr val="000000"/>
                        </a:solidFill>
                        <a:effectLst/>
                        <a:latin typeface="+mn-lt"/>
                      </a:endParaRPr>
                    </a:p>
                  </a:txBody>
                  <a:tcPr anchor="ctr">
                    <a:lnL w="12700" cmpd="sng">
                      <a:noFill/>
                      <a:prstDash val="solid"/>
                    </a:lnL>
                    <a:lnR w="12700" cmpd="sng">
                      <a:noFill/>
                      <a:prstDash val="solid"/>
                    </a:lnR>
                    <a:lnT w="38100" cmpd="sng">
                      <a:noFill/>
                    </a:lnT>
                    <a:lnB w="9525" cap="flat" cmpd="sng" algn="ctr">
                      <a:noFill/>
                      <a:prstDash val="solid"/>
                    </a:lnB>
                    <a:solidFill>
                      <a:schemeClr val="accent6">
                        <a:lumMod val="20000"/>
                        <a:lumOff val="80000"/>
                        <a:alpha val="40000"/>
                      </a:schemeClr>
                    </a:solidFill>
                  </a:tcPr>
                </a:tc>
                <a:extLst>
                  <a:ext uri="{0D108BD9-81ED-4DB2-BD59-A6C34878D82A}">
                    <a16:rowId xmlns:a16="http://schemas.microsoft.com/office/drawing/2014/main" val="1382399421"/>
                  </a:ext>
                </a:extLst>
              </a:tr>
            </a:tbl>
          </a:graphicData>
        </a:graphic>
      </p:graphicFrame>
      <p:grpSp>
        <p:nvGrpSpPr>
          <p:cNvPr id="24" name="Group 23">
            <a:extLst>
              <a:ext uri="{FF2B5EF4-FFF2-40B4-BE49-F238E27FC236}">
                <a16:creationId xmlns:a16="http://schemas.microsoft.com/office/drawing/2014/main" id="{FDF5B26F-822F-72BB-0836-93DA3657C654}"/>
              </a:ext>
            </a:extLst>
          </p:cNvPr>
          <p:cNvGrpSpPr>
            <a:grpSpLocks noChangeAspect="1"/>
          </p:cNvGrpSpPr>
          <p:nvPr/>
        </p:nvGrpSpPr>
        <p:grpSpPr>
          <a:xfrm>
            <a:off x="1215190" y="5703872"/>
            <a:ext cx="548640" cy="548640"/>
            <a:chOff x="1415845" y="1706233"/>
            <a:chExt cx="822960" cy="822960"/>
          </a:xfrm>
        </p:grpSpPr>
        <p:sp>
          <p:nvSpPr>
            <p:cNvPr id="25" name="Teardrop 24">
              <a:extLst>
                <a:ext uri="{FF2B5EF4-FFF2-40B4-BE49-F238E27FC236}">
                  <a16:creationId xmlns:a16="http://schemas.microsoft.com/office/drawing/2014/main" id="{C05C2826-6BA9-9C43-ECA7-7EAF8F1278BB}"/>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a:extLst>
                <a:ext uri="{FF2B5EF4-FFF2-40B4-BE49-F238E27FC236}">
                  <a16:creationId xmlns:a16="http://schemas.microsoft.com/office/drawing/2014/main" id="{ABCB323F-4D13-01F4-49F1-3DB2BCDBC313}"/>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5</a:t>
              </a:r>
            </a:p>
          </p:txBody>
        </p:sp>
      </p:grpSp>
      <p:sp>
        <p:nvSpPr>
          <p:cNvPr id="27" name="TextBox 26">
            <a:extLst>
              <a:ext uri="{FF2B5EF4-FFF2-40B4-BE49-F238E27FC236}">
                <a16:creationId xmlns:a16="http://schemas.microsoft.com/office/drawing/2014/main" id="{A19F1D5D-C47D-E0CC-8929-499A62D28F8D}"/>
              </a:ext>
            </a:extLst>
          </p:cNvPr>
          <p:cNvSpPr txBox="1"/>
          <p:nvPr/>
        </p:nvSpPr>
        <p:spPr>
          <a:xfrm>
            <a:off x="1947653" y="5577366"/>
            <a:ext cx="3383280" cy="731520"/>
          </a:xfrm>
          <a:prstGeom prst="rect">
            <a:avLst/>
          </a:prstGeom>
          <a:noFill/>
          <a:ln>
            <a:noFill/>
          </a:ln>
        </p:spPr>
        <p:txBody>
          <a:bodyPr wrap="square" anchor="t">
            <a:noAutofit/>
          </a:bodyPr>
          <a:lstStyle/>
          <a:p>
            <a:pPr>
              <a:spcAft>
                <a:spcPts val="600"/>
              </a:spcAft>
            </a:pPr>
            <a:r>
              <a:rPr lang="en-US" sz="1100" b="1" dirty="0"/>
              <a:t>Target Leakage</a:t>
            </a:r>
            <a:r>
              <a:rPr lang="en-US" sz="1100" dirty="0"/>
              <a:t> </a:t>
            </a:r>
            <a:r>
              <a:rPr lang="en-US" sz="1000" dirty="0"/>
              <a:t>(** Iterative DT importance checks)</a:t>
            </a:r>
            <a:endParaRPr lang="en-US" sz="1000" b="1" dirty="0"/>
          </a:p>
          <a:p>
            <a:pPr>
              <a:spcAft>
                <a:spcPts val="600"/>
              </a:spcAft>
            </a:pPr>
            <a:r>
              <a:rPr lang="en-US" sz="1000" b="0" i="0" dirty="0">
                <a:effectLst/>
              </a:rPr>
              <a:t>PEAK_POSITION and </a:t>
            </a:r>
            <a:r>
              <a:rPr lang="en-US" sz="1000" dirty="0">
                <a:solidFill>
                  <a:srgbClr val="000000"/>
                </a:solidFill>
              </a:rPr>
              <a:t>WEEKS_ON_CHART</a:t>
            </a:r>
            <a:r>
              <a:rPr lang="en-US" sz="1000" b="0" i="0" dirty="0">
                <a:effectLst/>
              </a:rPr>
              <a:t> removed as t</a:t>
            </a:r>
            <a:r>
              <a:rPr lang="en-US" sz="1000" dirty="0"/>
              <a:t>hey leak chart outcome.</a:t>
            </a:r>
          </a:p>
        </p:txBody>
      </p:sp>
      <p:grpSp>
        <p:nvGrpSpPr>
          <p:cNvPr id="28" name="Group 27">
            <a:extLst>
              <a:ext uri="{FF2B5EF4-FFF2-40B4-BE49-F238E27FC236}">
                <a16:creationId xmlns:a16="http://schemas.microsoft.com/office/drawing/2014/main" id="{1580D2F2-FD7C-20BA-AB67-28E880326679}"/>
              </a:ext>
            </a:extLst>
          </p:cNvPr>
          <p:cNvGrpSpPr>
            <a:grpSpLocks noChangeAspect="1"/>
          </p:cNvGrpSpPr>
          <p:nvPr/>
        </p:nvGrpSpPr>
        <p:grpSpPr>
          <a:xfrm>
            <a:off x="1215190" y="1496249"/>
            <a:ext cx="548640" cy="548640"/>
            <a:chOff x="1415845" y="1706233"/>
            <a:chExt cx="822960" cy="822960"/>
          </a:xfrm>
        </p:grpSpPr>
        <p:sp>
          <p:nvSpPr>
            <p:cNvPr id="29" name="Teardrop 28">
              <a:extLst>
                <a:ext uri="{FF2B5EF4-FFF2-40B4-BE49-F238E27FC236}">
                  <a16:creationId xmlns:a16="http://schemas.microsoft.com/office/drawing/2014/main" id="{4BF4E086-3726-42D9-4A79-DDBDDEA6C873}"/>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a:extLst>
                <a:ext uri="{FF2B5EF4-FFF2-40B4-BE49-F238E27FC236}">
                  <a16:creationId xmlns:a16="http://schemas.microsoft.com/office/drawing/2014/main" id="{4892DC6A-F608-0FE7-2FAE-7E0E986CE645}"/>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a:solidFill>
                    <a:schemeClr val="bg2">
                      <a:lumMod val="25000"/>
                    </a:schemeClr>
                  </a:solidFill>
                </a:rPr>
                <a:t>1</a:t>
              </a:r>
            </a:p>
          </p:txBody>
        </p:sp>
      </p:grpSp>
      <p:sp>
        <p:nvSpPr>
          <p:cNvPr id="31" name="TextBox 30">
            <a:extLst>
              <a:ext uri="{FF2B5EF4-FFF2-40B4-BE49-F238E27FC236}">
                <a16:creationId xmlns:a16="http://schemas.microsoft.com/office/drawing/2014/main" id="{A01428F4-2A1F-BED7-2174-8E63579D61F0}"/>
              </a:ext>
            </a:extLst>
          </p:cNvPr>
          <p:cNvSpPr txBox="1"/>
          <p:nvPr/>
        </p:nvSpPr>
        <p:spPr>
          <a:xfrm>
            <a:off x="1947653" y="1369744"/>
            <a:ext cx="3383280" cy="831294"/>
          </a:xfrm>
          <a:prstGeom prst="rect">
            <a:avLst/>
          </a:prstGeom>
          <a:noFill/>
          <a:ln>
            <a:noFill/>
          </a:ln>
        </p:spPr>
        <p:txBody>
          <a:bodyPr wrap="square" anchor="t">
            <a:noAutofit/>
          </a:bodyPr>
          <a:lstStyle/>
          <a:p>
            <a:pPr>
              <a:spcAft>
                <a:spcPts val="600"/>
              </a:spcAft>
            </a:pPr>
            <a:r>
              <a:rPr lang="en-US" sz="1100" b="1" dirty="0"/>
              <a:t>Engineered Features</a:t>
            </a:r>
          </a:p>
          <a:p>
            <a:pPr>
              <a:spcAft>
                <a:spcPts val="600"/>
              </a:spcAft>
            </a:pPr>
            <a:r>
              <a:rPr lang="en-US" sz="1000" b="0" i="0" dirty="0">
                <a:effectLst/>
              </a:rPr>
              <a:t>LOG_MENTIONS to address </a:t>
            </a:r>
            <a:r>
              <a:rPr lang="en-US" sz="1000" dirty="0"/>
              <a:t>skewness • HAS</a:t>
            </a:r>
            <a:r>
              <a:rPr lang="en-US" sz="1000" b="0" i="0" dirty="0">
                <a:effectLst/>
              </a:rPr>
              <a:t>_PLAYLIST to model Spotify presence • </a:t>
            </a:r>
            <a:r>
              <a:rPr lang="en-US" sz="1000" dirty="0"/>
              <a:t>GENRE_CLEAN + one-hot encoded genre dummies</a:t>
            </a:r>
            <a:endParaRPr lang="en-US" sz="1000" b="0" i="0" dirty="0">
              <a:effectLst/>
            </a:endParaRPr>
          </a:p>
        </p:txBody>
      </p:sp>
      <p:graphicFrame>
        <p:nvGraphicFramePr>
          <p:cNvPr id="32" name="Table 31">
            <a:extLst>
              <a:ext uri="{FF2B5EF4-FFF2-40B4-BE49-F238E27FC236}">
                <a16:creationId xmlns:a16="http://schemas.microsoft.com/office/drawing/2014/main" id="{A2EB9E52-5108-771B-CBBF-9F2721A257CC}"/>
              </a:ext>
            </a:extLst>
          </p:cNvPr>
          <p:cNvGraphicFramePr>
            <a:graphicFrameLocks noGrp="1"/>
          </p:cNvGraphicFramePr>
          <p:nvPr/>
        </p:nvGraphicFramePr>
        <p:xfrm>
          <a:off x="7014618" y="1235317"/>
          <a:ext cx="3657600" cy="731520"/>
        </p:xfrm>
        <a:graphic>
          <a:graphicData uri="http://schemas.openxmlformats.org/drawingml/2006/table">
            <a:tbl>
              <a:tblPr firstRow="1" bandRow="1">
                <a:noFill/>
                <a:tableStyleId>{5C22544A-7EE6-4342-B048-85BDC9FD1C3A}</a:tableStyleId>
              </a:tblPr>
              <a:tblGrid>
                <a:gridCol w="1828800">
                  <a:extLst>
                    <a:ext uri="{9D8B030D-6E8A-4147-A177-3AD203B41FA5}">
                      <a16:colId xmlns:a16="http://schemas.microsoft.com/office/drawing/2014/main" val="1380022016"/>
                    </a:ext>
                  </a:extLst>
                </a:gridCol>
                <a:gridCol w="1828800">
                  <a:extLst>
                    <a:ext uri="{9D8B030D-6E8A-4147-A177-3AD203B41FA5}">
                      <a16:colId xmlns:a16="http://schemas.microsoft.com/office/drawing/2014/main" val="3912602681"/>
                    </a:ext>
                  </a:extLst>
                </a:gridCol>
              </a:tblGrid>
              <a:tr h="36576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900" b="1" i="0" u="none" strike="noStrike" cap="none" spc="0" dirty="0">
                          <a:solidFill>
                            <a:schemeClr val="tx1"/>
                          </a:solidFill>
                          <a:effectLst/>
                          <a:latin typeface="+mn-lt"/>
                        </a:rPr>
                        <a:t>HAS_PLAYLIST</a:t>
                      </a:r>
                    </a:p>
                  </a:txBody>
                  <a:tcPr anchor="ctr">
                    <a:lnL w="12700" cmpd="sng">
                      <a:noFill/>
                    </a:lnL>
                    <a:lnR w="12700" cmpd="sng">
                      <a:noFill/>
                    </a:lnR>
                    <a:lnT w="9525" cap="flat" cmpd="sng" algn="ctr">
                      <a:noFill/>
                      <a:prstDash val="solid"/>
                    </a:lnT>
                    <a:lnB w="38100" cmpd="sng">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1" i="0" u="none" strike="noStrike" cap="none" spc="0" dirty="0">
                          <a:solidFill>
                            <a:schemeClr val="tx1"/>
                          </a:solidFill>
                          <a:effectLst/>
                          <a:latin typeface="+mn-lt"/>
                        </a:rPr>
                        <a:t>GENRE dummies</a:t>
                      </a:r>
                    </a:p>
                  </a:txBody>
                  <a:tcPr anchor="ctr">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744440095"/>
                  </a:ext>
                </a:extLst>
              </a:tr>
              <a:tr h="36576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mn-lt"/>
                        </a:rPr>
                        <a:t>From Spotify playlist genre</a:t>
                      </a:r>
                    </a:p>
                  </a:txBody>
                  <a:tcPr anchor="ctr">
                    <a:lnL w="12700" cap="flat" cmpd="sng" algn="ctr">
                      <a:solidFill>
                        <a:schemeClr val="bg2">
                          <a:lumMod val="25000"/>
                        </a:schemeClr>
                      </a:solidFill>
                      <a:prstDash val="solid"/>
                      <a:round/>
                      <a:headEnd type="none" w="med" len="med"/>
                      <a:tailEnd type="none" w="med" len="med"/>
                    </a:lnL>
                    <a:lnR w="12700" cmpd="sng">
                      <a:noFill/>
                      <a:prstDash val="solid"/>
                    </a:lnR>
                    <a:lnT w="38100" cmpd="sng">
                      <a:noFill/>
                    </a:lnT>
                    <a:lnB w="9525" cap="flat" cmpd="sng" algn="ctr">
                      <a:noFill/>
                      <a:prstDash val="solid"/>
                    </a:lnB>
                    <a:solidFill>
                      <a:schemeClr val="accent6">
                        <a:lumMod val="20000"/>
                        <a:lumOff val="80000"/>
                        <a:alpha val="4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mn-lt"/>
                        </a:rPr>
                        <a:t>Raw genre </a:t>
                      </a:r>
                      <a:r>
                        <a:rPr lang="en-US" sz="900" b="0" i="0" dirty="0">
                          <a:effectLst/>
                        </a:rPr>
                        <a:t>→ Clean genre → Dummies</a:t>
                      </a:r>
                      <a:endParaRPr lang="en-US" sz="900" b="0" i="0" u="none" strike="noStrike" dirty="0">
                        <a:solidFill>
                          <a:srgbClr val="000000"/>
                        </a:solidFill>
                        <a:effectLst/>
                        <a:latin typeface="+mn-lt"/>
                      </a:endParaRPr>
                    </a:p>
                  </a:txBody>
                  <a:tcPr anchor="ctr">
                    <a:lnL w="12700" cmpd="sng">
                      <a:noFill/>
                      <a:prstDash val="solid"/>
                    </a:lnL>
                    <a:lnR w="12700" cmpd="sng">
                      <a:noFill/>
                      <a:prstDash val="solid"/>
                    </a:lnR>
                    <a:lnT w="38100" cmpd="sng">
                      <a:noFill/>
                    </a:lnT>
                    <a:lnB w="9525" cap="flat" cmpd="sng" algn="ctr">
                      <a:noFill/>
                      <a:prstDash val="solid"/>
                    </a:lnB>
                    <a:solidFill>
                      <a:schemeClr val="accent6">
                        <a:lumMod val="20000"/>
                        <a:lumOff val="80000"/>
                        <a:alpha val="40000"/>
                      </a:schemeClr>
                    </a:solidFill>
                  </a:tcPr>
                </a:tc>
                <a:extLst>
                  <a:ext uri="{0D108BD9-81ED-4DB2-BD59-A6C34878D82A}">
                    <a16:rowId xmlns:a16="http://schemas.microsoft.com/office/drawing/2014/main" val="1382399421"/>
                  </a:ext>
                </a:extLst>
              </a:tr>
            </a:tbl>
          </a:graphicData>
        </a:graphic>
      </p:graphicFrame>
    </p:spTree>
    <p:extLst>
      <p:ext uri="{BB962C8B-B14F-4D97-AF65-F5344CB8AC3E}">
        <p14:creationId xmlns:p14="http://schemas.microsoft.com/office/powerpoint/2010/main" val="2178207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DF194-CEB6-5F48-A0B9-18792D243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730D7-36A9-8603-ECB6-C4375AFF5624}"/>
              </a:ext>
            </a:extLst>
          </p:cNvPr>
          <p:cNvSpPr>
            <a:spLocks noGrp="1"/>
          </p:cNvSpPr>
          <p:nvPr>
            <p:ph type="title"/>
          </p:nvPr>
        </p:nvSpPr>
        <p:spPr>
          <a:xfrm>
            <a:off x="838029" y="360117"/>
            <a:ext cx="8298347" cy="762000"/>
          </a:xfrm>
        </p:spPr>
        <p:txBody>
          <a:bodyPr>
            <a:normAutofit/>
          </a:bodyPr>
          <a:lstStyle/>
          <a:p>
            <a:r>
              <a:rPr lang="en-US" dirty="0"/>
              <a:t>Decision Tree - Setup, Approach, and Performance</a:t>
            </a:r>
          </a:p>
        </p:txBody>
      </p:sp>
      <p:sp>
        <p:nvSpPr>
          <p:cNvPr id="15" name="Round Same Side Corner Rectangle 14">
            <a:extLst>
              <a:ext uri="{FF2B5EF4-FFF2-40B4-BE49-F238E27FC236}">
                <a16:creationId xmlns:a16="http://schemas.microsoft.com/office/drawing/2014/main" id="{267D8B95-0C6D-AE5F-2F65-651C9A7FA8B0}"/>
              </a:ext>
            </a:extLst>
          </p:cNvPr>
          <p:cNvSpPr/>
          <p:nvPr/>
        </p:nvSpPr>
        <p:spPr>
          <a:xfrm>
            <a:off x="7493459" y="1336598"/>
            <a:ext cx="2239514" cy="2873373"/>
          </a:xfrm>
          <a:prstGeom prst="round2SameRect">
            <a:avLst>
              <a:gd name="adj1" fmla="val 9840"/>
              <a:gd name="adj2" fmla="val 0"/>
            </a:avLst>
          </a:prstGeom>
          <a:solidFill>
            <a:srgbClr val="15136E">
              <a:alpha val="80000"/>
            </a:srgbClr>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 Same Side Corner Rectangle 16">
            <a:extLst>
              <a:ext uri="{FF2B5EF4-FFF2-40B4-BE49-F238E27FC236}">
                <a16:creationId xmlns:a16="http://schemas.microsoft.com/office/drawing/2014/main" id="{9BE5F68F-16D9-0DA1-5992-8003A385B3F0}"/>
              </a:ext>
            </a:extLst>
          </p:cNvPr>
          <p:cNvSpPr/>
          <p:nvPr/>
        </p:nvSpPr>
        <p:spPr>
          <a:xfrm>
            <a:off x="9759073" y="1336597"/>
            <a:ext cx="2239514" cy="2873374"/>
          </a:xfrm>
          <a:prstGeom prst="round2SameRect">
            <a:avLst>
              <a:gd name="adj1" fmla="val 9840"/>
              <a:gd name="adj2" fmla="val 0"/>
            </a:avLst>
          </a:prstGeom>
          <a:solidFill>
            <a:srgbClr val="15136E">
              <a:alpha val="80000"/>
            </a:srgbClr>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4E4B565-DE2E-AD96-74CD-F7E818CA18BE}"/>
              </a:ext>
            </a:extLst>
          </p:cNvPr>
          <p:cNvSpPr txBox="1"/>
          <p:nvPr/>
        </p:nvSpPr>
        <p:spPr>
          <a:xfrm>
            <a:off x="7493458" y="1439552"/>
            <a:ext cx="2222441" cy="2616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ea typeface="+mn-ea"/>
                <a:cs typeface="+mn-cs"/>
              </a:rPr>
              <a:t>Hyperparameters</a:t>
            </a:r>
          </a:p>
        </p:txBody>
      </p:sp>
      <p:sp>
        <p:nvSpPr>
          <p:cNvPr id="21" name="TextBox 20">
            <a:extLst>
              <a:ext uri="{FF2B5EF4-FFF2-40B4-BE49-F238E27FC236}">
                <a16:creationId xmlns:a16="http://schemas.microsoft.com/office/drawing/2014/main" id="{A354B6AA-AC9C-2F5A-13A0-BDF06A8EC3BE}"/>
              </a:ext>
            </a:extLst>
          </p:cNvPr>
          <p:cNvSpPr txBox="1"/>
          <p:nvPr/>
        </p:nvSpPr>
        <p:spPr>
          <a:xfrm>
            <a:off x="9756671" y="1420098"/>
            <a:ext cx="2241916" cy="2616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ea typeface="+mn-ea"/>
                <a:cs typeface="+mn-cs"/>
              </a:rPr>
              <a:t>Tuning Rationale</a:t>
            </a:r>
          </a:p>
        </p:txBody>
      </p:sp>
      <p:sp>
        <p:nvSpPr>
          <p:cNvPr id="13" name="Rectangle 12">
            <a:extLst>
              <a:ext uri="{FF2B5EF4-FFF2-40B4-BE49-F238E27FC236}">
                <a16:creationId xmlns:a16="http://schemas.microsoft.com/office/drawing/2014/main" id="{F569D595-AD96-22C6-9196-C0BB3C0A66BF}"/>
              </a:ext>
            </a:extLst>
          </p:cNvPr>
          <p:cNvSpPr/>
          <p:nvPr/>
        </p:nvSpPr>
        <p:spPr>
          <a:xfrm>
            <a:off x="7450305" y="1767805"/>
            <a:ext cx="4572000" cy="2442166"/>
          </a:xfrm>
          <a:prstGeom prst="rect">
            <a:avLst/>
          </a:prstGeom>
          <a:solidFill>
            <a:schemeClr val="bg1">
              <a:lumMod val="95000"/>
            </a:schemeClr>
          </a:solidFill>
          <a:ln w="0">
            <a:solidFill>
              <a:schemeClr val="bg1">
                <a:lumMod val="9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23" name="TextBox 22">
            <a:extLst>
              <a:ext uri="{FF2B5EF4-FFF2-40B4-BE49-F238E27FC236}">
                <a16:creationId xmlns:a16="http://schemas.microsoft.com/office/drawing/2014/main" id="{F2526914-C3F1-D49A-9F8A-BFA96B1FADCC}"/>
              </a:ext>
            </a:extLst>
          </p:cNvPr>
          <p:cNvSpPr txBox="1"/>
          <p:nvPr/>
        </p:nvSpPr>
        <p:spPr>
          <a:xfrm>
            <a:off x="9776127" y="1874170"/>
            <a:ext cx="2212788" cy="329183"/>
          </a:xfrm>
          <a:prstGeom prst="rect">
            <a:avLst/>
          </a:prstGeom>
          <a:noFill/>
        </p:spPr>
        <p:txBody>
          <a:bodyPr wrap="square" lIns="91440" tIns="45720" rIns="91440" bIns="45720" anchor="ctr">
            <a:noAutofit/>
          </a:bodyPr>
          <a:lstStyle>
            <a:defPPr>
              <a:defRPr lang="en-US"/>
            </a:defPPr>
            <a:lvl1pPr marL="91440" indent="-91440">
              <a:buFont typeface="Arial" panose="020B0604020202020204" pitchFamily="34" charset="0"/>
              <a:buChar char="•"/>
              <a:defRPr sz="1100"/>
            </a:lvl1pPr>
          </a:lstStyle>
          <a:p>
            <a:pPr marL="0" indent="0">
              <a:spcAft>
                <a:spcPts val="300"/>
              </a:spcAft>
              <a:buNone/>
            </a:pPr>
            <a:r>
              <a:rPr lang="en-US" sz="900" dirty="0"/>
              <a:t>Prevent overly deep, overfitted trees</a:t>
            </a:r>
          </a:p>
        </p:txBody>
      </p:sp>
      <p:sp>
        <p:nvSpPr>
          <p:cNvPr id="27" name="TextBox 26">
            <a:extLst>
              <a:ext uri="{FF2B5EF4-FFF2-40B4-BE49-F238E27FC236}">
                <a16:creationId xmlns:a16="http://schemas.microsoft.com/office/drawing/2014/main" id="{5AB71BD1-997C-E5DC-FA8C-FB73B35E52C5}"/>
              </a:ext>
            </a:extLst>
          </p:cNvPr>
          <p:cNvSpPr txBox="1"/>
          <p:nvPr/>
        </p:nvSpPr>
        <p:spPr>
          <a:xfrm>
            <a:off x="9770898" y="2233445"/>
            <a:ext cx="2224634" cy="329183"/>
          </a:xfrm>
          <a:prstGeom prst="rect">
            <a:avLst/>
          </a:prstGeom>
          <a:noFill/>
        </p:spPr>
        <p:txBody>
          <a:bodyPr wrap="square" lIns="91440" tIns="45720" rIns="91440" bIns="45720" anchor="ctr">
            <a:noAutofit/>
          </a:bodyPr>
          <a:lstStyle>
            <a:defPPr>
              <a:defRPr lang="en-US"/>
            </a:defPPr>
            <a:lvl1pPr marL="91440" indent="-91440">
              <a:buFont typeface="Arial" panose="020B0604020202020204" pitchFamily="34" charset="0"/>
              <a:buChar char="•"/>
              <a:defRPr sz="1100"/>
            </a:lvl1pPr>
          </a:lstStyle>
          <a:p>
            <a:pPr marL="0" indent="0">
              <a:spcAft>
                <a:spcPts val="300"/>
              </a:spcAft>
              <a:buNone/>
            </a:pPr>
            <a:r>
              <a:rPr lang="en-US" sz="900" dirty="0"/>
              <a:t>Avoid tiny, unstable leaf nodes</a:t>
            </a:r>
          </a:p>
        </p:txBody>
      </p:sp>
      <p:sp>
        <p:nvSpPr>
          <p:cNvPr id="30" name="TextBox 29">
            <a:extLst>
              <a:ext uri="{FF2B5EF4-FFF2-40B4-BE49-F238E27FC236}">
                <a16:creationId xmlns:a16="http://schemas.microsoft.com/office/drawing/2014/main" id="{7175A73A-B7B9-C462-4803-817D9D9C7433}"/>
              </a:ext>
            </a:extLst>
          </p:cNvPr>
          <p:cNvSpPr txBox="1"/>
          <p:nvPr/>
        </p:nvSpPr>
        <p:spPr>
          <a:xfrm>
            <a:off x="9776127" y="2596850"/>
            <a:ext cx="2212788" cy="329183"/>
          </a:xfrm>
          <a:prstGeom prst="rect">
            <a:avLst/>
          </a:prstGeom>
          <a:noFill/>
        </p:spPr>
        <p:txBody>
          <a:bodyPr wrap="square" lIns="91440" tIns="45720" rIns="91440" bIns="45720" anchor="ctr">
            <a:noAutofit/>
          </a:bodyPr>
          <a:lstStyle>
            <a:defPPr>
              <a:defRPr lang="en-US"/>
            </a:defPPr>
            <a:lvl1pPr marL="91440" indent="-91440">
              <a:buFont typeface="Arial" panose="020B0604020202020204" pitchFamily="34" charset="0"/>
              <a:buChar char="•"/>
              <a:defRPr sz="1100"/>
            </a:lvl1pPr>
          </a:lstStyle>
          <a:p>
            <a:pPr marL="0" indent="0">
              <a:spcAft>
                <a:spcPts val="300"/>
              </a:spcAft>
              <a:buNone/>
            </a:pPr>
            <a:r>
              <a:rPr lang="en-US" sz="900" dirty="0"/>
              <a:t>Prevent micro-grained splits</a:t>
            </a:r>
          </a:p>
        </p:txBody>
      </p:sp>
      <p:sp>
        <p:nvSpPr>
          <p:cNvPr id="31" name="TextBox 30">
            <a:extLst>
              <a:ext uri="{FF2B5EF4-FFF2-40B4-BE49-F238E27FC236}">
                <a16:creationId xmlns:a16="http://schemas.microsoft.com/office/drawing/2014/main" id="{B650477A-E3FB-9951-1A2D-FADC0A68A476}"/>
              </a:ext>
            </a:extLst>
          </p:cNvPr>
          <p:cNvSpPr txBox="1"/>
          <p:nvPr/>
        </p:nvSpPr>
        <p:spPr>
          <a:xfrm>
            <a:off x="9776127" y="2955242"/>
            <a:ext cx="2218077" cy="329183"/>
          </a:xfrm>
          <a:prstGeom prst="rect">
            <a:avLst/>
          </a:prstGeom>
          <a:noFill/>
        </p:spPr>
        <p:txBody>
          <a:bodyPr wrap="square" lIns="91440" tIns="45720" rIns="91440" bIns="45720" anchor="ctr">
            <a:noAutofit/>
          </a:bodyPr>
          <a:lstStyle>
            <a:defPPr>
              <a:defRPr lang="en-US"/>
            </a:defPPr>
            <a:lvl1pPr marL="91440" indent="-91440">
              <a:buFont typeface="Arial" panose="020B0604020202020204" pitchFamily="34" charset="0"/>
              <a:buChar char="•"/>
              <a:defRPr sz="1100"/>
            </a:lvl1pPr>
          </a:lstStyle>
          <a:p>
            <a:pPr marL="0" indent="0">
              <a:spcAft>
                <a:spcPts val="300"/>
              </a:spcAft>
              <a:buNone/>
            </a:pPr>
            <a:r>
              <a:rPr lang="en-US" sz="900" dirty="0"/>
              <a:t>Increase sensitivity to minority class</a:t>
            </a:r>
          </a:p>
        </p:txBody>
      </p:sp>
      <p:sp>
        <p:nvSpPr>
          <p:cNvPr id="32" name="TextBox 31">
            <a:extLst>
              <a:ext uri="{FF2B5EF4-FFF2-40B4-BE49-F238E27FC236}">
                <a16:creationId xmlns:a16="http://schemas.microsoft.com/office/drawing/2014/main" id="{102915D5-C184-A636-C882-DB00DD960844}"/>
              </a:ext>
            </a:extLst>
          </p:cNvPr>
          <p:cNvSpPr txBox="1"/>
          <p:nvPr/>
        </p:nvSpPr>
        <p:spPr>
          <a:xfrm>
            <a:off x="9777455" y="3308661"/>
            <a:ext cx="2218077" cy="329183"/>
          </a:xfrm>
          <a:prstGeom prst="rect">
            <a:avLst/>
          </a:prstGeom>
          <a:noFill/>
        </p:spPr>
        <p:txBody>
          <a:bodyPr wrap="square" lIns="91440" tIns="45720" rIns="91440" bIns="45720" anchor="ctr">
            <a:noAutofit/>
          </a:bodyPr>
          <a:lstStyle>
            <a:defPPr>
              <a:defRPr lang="en-US"/>
            </a:defPPr>
            <a:lvl1pPr marL="91440" indent="-91440">
              <a:buFont typeface="Arial" panose="020B0604020202020204" pitchFamily="34" charset="0"/>
              <a:buChar char="•"/>
              <a:defRPr sz="1100"/>
            </a:lvl1pPr>
          </a:lstStyle>
          <a:p>
            <a:pPr marL="0" indent="0">
              <a:spcAft>
                <a:spcPts val="300"/>
              </a:spcAft>
              <a:buNone/>
            </a:pPr>
            <a:r>
              <a:rPr lang="en-US" sz="900" dirty="0"/>
              <a:t>Remove weak branches for stability</a:t>
            </a:r>
          </a:p>
        </p:txBody>
      </p:sp>
      <p:sp>
        <p:nvSpPr>
          <p:cNvPr id="37" name="Rounded Rectangle 36">
            <a:extLst>
              <a:ext uri="{FF2B5EF4-FFF2-40B4-BE49-F238E27FC236}">
                <a16:creationId xmlns:a16="http://schemas.microsoft.com/office/drawing/2014/main" id="{0AF780EE-8329-1C6C-44F5-678C15965917}"/>
              </a:ext>
            </a:extLst>
          </p:cNvPr>
          <p:cNvSpPr/>
          <p:nvPr/>
        </p:nvSpPr>
        <p:spPr>
          <a:xfrm>
            <a:off x="7943267" y="1904893"/>
            <a:ext cx="1501775" cy="274319"/>
          </a:xfrm>
          <a:prstGeom prst="roundRect">
            <a:avLst>
              <a:gd name="adj" fmla="val 44445"/>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err="1">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maxdepth</a:t>
            </a:r>
            <a:r>
              <a:rPr lang="en-US" sz="700" dirty="0">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=6</a:t>
            </a:r>
          </a:p>
        </p:txBody>
      </p:sp>
      <p:sp>
        <p:nvSpPr>
          <p:cNvPr id="38" name="Rounded Rectangle 37">
            <a:extLst>
              <a:ext uri="{FF2B5EF4-FFF2-40B4-BE49-F238E27FC236}">
                <a16:creationId xmlns:a16="http://schemas.microsoft.com/office/drawing/2014/main" id="{C36E49B9-78DD-2D25-5226-0F3B775DB1AA}"/>
              </a:ext>
            </a:extLst>
          </p:cNvPr>
          <p:cNvSpPr/>
          <p:nvPr/>
        </p:nvSpPr>
        <p:spPr>
          <a:xfrm>
            <a:off x="7951805" y="2263997"/>
            <a:ext cx="1501775" cy="274319"/>
          </a:xfrm>
          <a:prstGeom prst="roundRect">
            <a:avLst>
              <a:gd name="adj" fmla="val 44445"/>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err="1">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minbucket</a:t>
            </a:r>
            <a:r>
              <a:rPr lang="en-US" sz="700" dirty="0">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=10</a:t>
            </a:r>
          </a:p>
        </p:txBody>
      </p:sp>
      <p:sp>
        <p:nvSpPr>
          <p:cNvPr id="40" name="Rounded Rectangle 39">
            <a:extLst>
              <a:ext uri="{FF2B5EF4-FFF2-40B4-BE49-F238E27FC236}">
                <a16:creationId xmlns:a16="http://schemas.microsoft.com/office/drawing/2014/main" id="{5CB2CCD2-01A7-3982-B344-18104F74BCF8}"/>
              </a:ext>
            </a:extLst>
          </p:cNvPr>
          <p:cNvSpPr/>
          <p:nvPr/>
        </p:nvSpPr>
        <p:spPr>
          <a:xfrm>
            <a:off x="7943267" y="2623101"/>
            <a:ext cx="1501775" cy="274319"/>
          </a:xfrm>
          <a:prstGeom prst="roundRect">
            <a:avLst>
              <a:gd name="adj" fmla="val 44445"/>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err="1">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minsplit</a:t>
            </a:r>
            <a:r>
              <a:rPr lang="en-US" sz="700" dirty="0">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=20</a:t>
            </a:r>
          </a:p>
        </p:txBody>
      </p:sp>
      <p:sp>
        <p:nvSpPr>
          <p:cNvPr id="44" name="Rounded Rectangle 43">
            <a:extLst>
              <a:ext uri="{FF2B5EF4-FFF2-40B4-BE49-F238E27FC236}">
                <a16:creationId xmlns:a16="http://schemas.microsoft.com/office/drawing/2014/main" id="{4DC7B02D-0463-0C7C-725A-FCD9B96348EE}"/>
              </a:ext>
            </a:extLst>
          </p:cNvPr>
          <p:cNvSpPr/>
          <p:nvPr/>
        </p:nvSpPr>
        <p:spPr>
          <a:xfrm>
            <a:off x="7943266" y="2984687"/>
            <a:ext cx="1501775" cy="274319"/>
          </a:xfrm>
          <a:prstGeom prst="roundRect">
            <a:avLst>
              <a:gd name="adj" fmla="val 44445"/>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err="1">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classweight</a:t>
            </a:r>
            <a:r>
              <a:rPr lang="en-US" sz="700" dirty="0">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={0:1, 1:2}</a:t>
            </a:r>
          </a:p>
        </p:txBody>
      </p:sp>
      <p:sp>
        <p:nvSpPr>
          <p:cNvPr id="45" name="Rounded Rectangle 44">
            <a:extLst>
              <a:ext uri="{FF2B5EF4-FFF2-40B4-BE49-F238E27FC236}">
                <a16:creationId xmlns:a16="http://schemas.microsoft.com/office/drawing/2014/main" id="{E003F4B2-618E-9336-393C-98AE926181A6}"/>
              </a:ext>
            </a:extLst>
          </p:cNvPr>
          <p:cNvSpPr/>
          <p:nvPr/>
        </p:nvSpPr>
        <p:spPr>
          <a:xfrm>
            <a:off x="7951805" y="3341309"/>
            <a:ext cx="1501775" cy="274319"/>
          </a:xfrm>
          <a:prstGeom prst="roundRect">
            <a:avLst>
              <a:gd name="adj" fmla="val 44445"/>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cp = 0.001</a:t>
            </a:r>
          </a:p>
        </p:txBody>
      </p:sp>
      <p:sp>
        <p:nvSpPr>
          <p:cNvPr id="46" name="TextBox 45">
            <a:extLst>
              <a:ext uri="{FF2B5EF4-FFF2-40B4-BE49-F238E27FC236}">
                <a16:creationId xmlns:a16="http://schemas.microsoft.com/office/drawing/2014/main" id="{D5498693-656D-E97F-4F05-BAC17E982EE8}"/>
              </a:ext>
            </a:extLst>
          </p:cNvPr>
          <p:cNvSpPr txBox="1"/>
          <p:nvPr/>
        </p:nvSpPr>
        <p:spPr>
          <a:xfrm>
            <a:off x="7493458" y="3778194"/>
            <a:ext cx="4495457" cy="274320"/>
          </a:xfrm>
          <a:prstGeom prst="rect">
            <a:avLst/>
          </a:prstGeom>
          <a:noFill/>
        </p:spPr>
        <p:txBody>
          <a:bodyPr wrap="square" lIns="91440" tIns="45720" rIns="91440" bIns="45720" anchor="ctr">
            <a:noAutofit/>
          </a:bodyPr>
          <a:lstStyle>
            <a:defPPr>
              <a:defRPr lang="en-US"/>
            </a:defPPr>
            <a:lvl1pPr marL="91440" indent="-91440">
              <a:buFont typeface="Arial" panose="020B0604020202020204" pitchFamily="34" charset="0"/>
              <a:buChar char="•"/>
              <a:defRPr sz="1100"/>
            </a:lvl1pPr>
          </a:lstStyle>
          <a:p>
            <a:pPr marL="0" indent="0" algn="ctr">
              <a:spcAft>
                <a:spcPts val="300"/>
              </a:spcAft>
              <a:buNone/>
            </a:pPr>
            <a:r>
              <a:rPr lang="en-US" sz="900" dirty="0"/>
              <a:t>Final model is intentionally compact (</a:t>
            </a:r>
            <a:r>
              <a:rPr lang="en-US" sz="900" b="1" dirty="0"/>
              <a:t>depth = 6, 19 leaves</a:t>
            </a:r>
            <a:r>
              <a:rPr lang="en-US" sz="900" dirty="0"/>
              <a:t>) for interpretability</a:t>
            </a:r>
          </a:p>
        </p:txBody>
      </p:sp>
      <p:sp>
        <p:nvSpPr>
          <p:cNvPr id="6" name="Rounded Rectangle 5">
            <a:extLst>
              <a:ext uri="{FF2B5EF4-FFF2-40B4-BE49-F238E27FC236}">
                <a16:creationId xmlns:a16="http://schemas.microsoft.com/office/drawing/2014/main" id="{18B1AF50-3BFE-085A-3CC8-06BEF46A6227}"/>
              </a:ext>
            </a:extLst>
          </p:cNvPr>
          <p:cNvSpPr/>
          <p:nvPr/>
        </p:nvSpPr>
        <p:spPr>
          <a:xfrm>
            <a:off x="764834" y="1420098"/>
            <a:ext cx="6062472" cy="1645920"/>
          </a:xfrm>
          <a:prstGeom prst="roundRect">
            <a:avLst>
              <a:gd name="adj" fmla="val 13285"/>
            </a:avLst>
          </a:prstGeom>
          <a:solidFill>
            <a:schemeClr val="bg1"/>
          </a:solidFill>
          <a:ln w="6350">
            <a:solidFill>
              <a:schemeClr val="bg1">
                <a:lumMod val="95000"/>
              </a:schemeClr>
            </a:solidFill>
          </a:ln>
          <a:effectLst>
            <a:outerShdw blurRad="50800" dist="1270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1280F02-BDD1-F2CC-501F-D36269703C2B}"/>
              </a:ext>
            </a:extLst>
          </p:cNvPr>
          <p:cNvSpPr txBox="1"/>
          <p:nvPr/>
        </p:nvSpPr>
        <p:spPr>
          <a:xfrm>
            <a:off x="938855" y="1481688"/>
            <a:ext cx="5737543" cy="323342"/>
          </a:xfrm>
          <a:prstGeom prst="rect">
            <a:avLst/>
          </a:prstGeom>
          <a:noFill/>
        </p:spPr>
        <p:txBody>
          <a:bodyPr wrap="square" anchor="ctr">
            <a:noAutofit/>
          </a:bodyPr>
          <a:lstStyle/>
          <a:p>
            <a:r>
              <a:rPr lang="en-US" sz="1200" b="1" dirty="0">
                <a:solidFill>
                  <a:srgbClr val="3B3059"/>
                </a:solidFill>
              </a:rPr>
              <a:t>Model Setup</a:t>
            </a:r>
          </a:p>
        </p:txBody>
      </p:sp>
      <p:sp>
        <p:nvSpPr>
          <p:cNvPr id="8" name="TextBox 7">
            <a:extLst>
              <a:ext uri="{FF2B5EF4-FFF2-40B4-BE49-F238E27FC236}">
                <a16:creationId xmlns:a16="http://schemas.microsoft.com/office/drawing/2014/main" id="{8DCD9B49-7C2F-E253-97F1-1DD314888DFD}"/>
              </a:ext>
            </a:extLst>
          </p:cNvPr>
          <p:cNvSpPr txBox="1"/>
          <p:nvPr/>
        </p:nvSpPr>
        <p:spPr>
          <a:xfrm>
            <a:off x="930119" y="1805030"/>
            <a:ext cx="5737542" cy="1131152"/>
          </a:xfrm>
          <a:prstGeom prst="rect">
            <a:avLst/>
          </a:prstGeom>
          <a:noFill/>
        </p:spPr>
        <p:txBody>
          <a:bodyPr wrap="square" lIns="91440" tIns="45720" rIns="91440" bIns="45720" anchor="t">
            <a:noAutofit/>
          </a:bodyPr>
          <a:lstStyle/>
          <a:p>
            <a:pPr marL="171450" indent="-171450">
              <a:spcAft>
                <a:spcPts val="600"/>
              </a:spcAft>
              <a:buFont typeface="Arial" panose="020B0604020202020204" pitchFamily="34" charset="0"/>
              <a:buChar char="•"/>
            </a:pPr>
            <a:r>
              <a:rPr lang="en-US" sz="1050" dirty="0"/>
              <a:t>Removed </a:t>
            </a:r>
            <a:r>
              <a:rPr lang="en-US" sz="1050" b="1" dirty="0"/>
              <a:t>leakage</a:t>
            </a:r>
            <a:r>
              <a:rPr lang="en-US" sz="1050" dirty="0"/>
              <a:t> variables (Peak Position, Weeks on Chart).</a:t>
            </a:r>
          </a:p>
          <a:p>
            <a:pPr marL="171450" indent="-171450">
              <a:spcAft>
                <a:spcPts val="600"/>
              </a:spcAft>
              <a:buFont typeface="Arial" panose="020B0604020202020204" pitchFamily="34" charset="0"/>
              <a:buChar char="•"/>
            </a:pPr>
            <a:r>
              <a:rPr lang="en-US" sz="1050" dirty="0"/>
              <a:t>Retained audio features, Spotify metadata, genre dummies, and online engagement.</a:t>
            </a:r>
          </a:p>
          <a:p>
            <a:pPr marL="171450" indent="-171450">
              <a:spcAft>
                <a:spcPts val="600"/>
              </a:spcAft>
              <a:buFont typeface="Arial" panose="020B0604020202020204" pitchFamily="34" charset="0"/>
              <a:buChar char="•"/>
            </a:pPr>
            <a:r>
              <a:rPr lang="en-US" sz="1050" dirty="0"/>
              <a:t>Used model-based feature importance to reduce inputs to the strongest predictors. Ensures interpretability and avoids noise from unused variables</a:t>
            </a:r>
            <a:endParaRPr lang="en-US" sz="1000" dirty="0"/>
          </a:p>
        </p:txBody>
      </p:sp>
      <p:sp>
        <p:nvSpPr>
          <p:cNvPr id="10" name="Rounded Rectangle 9">
            <a:extLst>
              <a:ext uri="{FF2B5EF4-FFF2-40B4-BE49-F238E27FC236}">
                <a16:creationId xmlns:a16="http://schemas.microsoft.com/office/drawing/2014/main" id="{D057D155-4A91-D4B3-4F99-5854C4CAF6F4}"/>
              </a:ext>
            </a:extLst>
          </p:cNvPr>
          <p:cNvSpPr/>
          <p:nvPr/>
        </p:nvSpPr>
        <p:spPr>
          <a:xfrm>
            <a:off x="770474" y="3203319"/>
            <a:ext cx="6062472" cy="1931924"/>
          </a:xfrm>
          <a:prstGeom prst="roundRect">
            <a:avLst>
              <a:gd name="adj" fmla="val 13285"/>
            </a:avLst>
          </a:prstGeom>
          <a:solidFill>
            <a:schemeClr val="bg1"/>
          </a:solidFill>
          <a:ln w="6350">
            <a:solidFill>
              <a:schemeClr val="bg1">
                <a:lumMod val="95000"/>
              </a:schemeClr>
            </a:solidFill>
          </a:ln>
          <a:effectLst>
            <a:outerShdw blurRad="50800" dist="1270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AC80336-918D-AD8A-516A-04E3DA0F79AE}"/>
              </a:ext>
            </a:extLst>
          </p:cNvPr>
          <p:cNvSpPr txBox="1"/>
          <p:nvPr/>
        </p:nvSpPr>
        <p:spPr>
          <a:xfrm>
            <a:off x="930118" y="3284879"/>
            <a:ext cx="5746283" cy="320040"/>
          </a:xfrm>
          <a:prstGeom prst="rect">
            <a:avLst/>
          </a:prstGeom>
          <a:noFill/>
        </p:spPr>
        <p:txBody>
          <a:bodyPr wrap="square" anchor="ctr">
            <a:noAutofit/>
          </a:bodyPr>
          <a:lstStyle/>
          <a:p>
            <a:r>
              <a:rPr lang="en-US" sz="1200" b="1" dirty="0">
                <a:solidFill>
                  <a:srgbClr val="3B3059"/>
                </a:solidFill>
              </a:rPr>
              <a:t>Model Performance and Why This Balance Is Acceptable?</a:t>
            </a:r>
          </a:p>
        </p:txBody>
      </p:sp>
      <p:sp>
        <p:nvSpPr>
          <p:cNvPr id="12" name="TextBox 11">
            <a:extLst>
              <a:ext uri="{FF2B5EF4-FFF2-40B4-BE49-F238E27FC236}">
                <a16:creationId xmlns:a16="http://schemas.microsoft.com/office/drawing/2014/main" id="{4A9E2CC1-0BCF-AB9F-33A5-1F842CEEB77D}"/>
              </a:ext>
            </a:extLst>
          </p:cNvPr>
          <p:cNvSpPr txBox="1"/>
          <p:nvPr/>
        </p:nvSpPr>
        <p:spPr>
          <a:xfrm>
            <a:off x="930118" y="3604919"/>
            <a:ext cx="5746283" cy="1387195"/>
          </a:xfrm>
          <a:prstGeom prst="rect">
            <a:avLst/>
          </a:prstGeom>
          <a:noFill/>
        </p:spPr>
        <p:txBody>
          <a:bodyPr wrap="square" lIns="91440" tIns="45720" rIns="91440" bIns="45720" anchor="t">
            <a:noAutofit/>
          </a:bodyPr>
          <a:lstStyle/>
          <a:p>
            <a:pPr marL="171450" indent="-171450">
              <a:spcAft>
                <a:spcPts val="1200"/>
              </a:spcAft>
              <a:buFont typeface="Arial" panose="020B0604020202020204" pitchFamily="34" charset="0"/>
              <a:buChar char="•"/>
            </a:pPr>
            <a:r>
              <a:rPr lang="en-US" sz="1400" dirty="0"/>
              <a:t>Training Accuracy: </a:t>
            </a:r>
            <a:r>
              <a:rPr lang="en-US" sz="1400" b="1" dirty="0"/>
              <a:t>83.4%</a:t>
            </a:r>
            <a:r>
              <a:rPr lang="en-US" sz="1400" dirty="0"/>
              <a:t> Testing Accuracy: </a:t>
            </a:r>
            <a:r>
              <a:rPr lang="en-US" sz="1400" b="1" dirty="0"/>
              <a:t>82.73%</a:t>
            </a:r>
            <a:endParaRPr lang="en-US" sz="1100" b="1" dirty="0"/>
          </a:p>
          <a:p>
            <a:pPr marL="171450" indent="-171450">
              <a:spcAft>
                <a:spcPts val="600"/>
              </a:spcAft>
              <a:buFont typeface="Arial" panose="020B0604020202020204" pitchFamily="34" charset="0"/>
              <a:buChar char="•"/>
            </a:pPr>
            <a:r>
              <a:rPr lang="en-US" sz="1050" dirty="0">
                <a:ea typeface="+mn-lt"/>
                <a:cs typeface="+mn-lt"/>
              </a:rPr>
              <a:t>Provides a stable trade-off between identifying hits and avoiding high false positives.</a:t>
            </a:r>
          </a:p>
          <a:p>
            <a:pPr marL="171450" indent="-171450">
              <a:spcAft>
                <a:spcPts val="600"/>
              </a:spcAft>
              <a:buFont typeface="Arial" panose="020B0604020202020204" pitchFamily="34" charset="0"/>
              <a:buChar char="•"/>
            </a:pPr>
            <a:r>
              <a:rPr lang="en-US" sz="1050" dirty="0">
                <a:ea typeface="+mn-lt"/>
                <a:cs typeface="+mn-lt"/>
              </a:rPr>
              <a:t>Balance is acceptable given the primary goal of producing a highly interpretable model. Also, </a:t>
            </a:r>
          </a:p>
          <a:p>
            <a:pPr marL="171450" indent="-171450">
              <a:spcAft>
                <a:spcPts val="600"/>
              </a:spcAft>
              <a:buFont typeface="Arial" panose="020B0604020202020204" pitchFamily="34" charset="0"/>
              <a:buChar char="•"/>
            </a:pPr>
            <a:r>
              <a:rPr lang="en-US" sz="1050" dirty="0">
                <a:ea typeface="+mn-lt"/>
                <a:cs typeface="+mn-lt"/>
              </a:rPr>
              <a:t>Avoids aggressive overfitting seen with deeper trees. </a:t>
            </a:r>
            <a:r>
              <a:rPr lang="en-US" sz="1050" dirty="0"/>
              <a:t>Avoids excessive false positives, Type I Error Rate: 9.94%</a:t>
            </a:r>
            <a:endParaRPr lang="en-US" sz="1050" dirty="0">
              <a:ea typeface="+mn-lt"/>
              <a:cs typeface="+mn-lt"/>
            </a:endParaRPr>
          </a:p>
        </p:txBody>
      </p:sp>
      <p:sp>
        <p:nvSpPr>
          <p:cNvPr id="18" name="Rounded Rectangle 17">
            <a:extLst>
              <a:ext uri="{FF2B5EF4-FFF2-40B4-BE49-F238E27FC236}">
                <a16:creationId xmlns:a16="http://schemas.microsoft.com/office/drawing/2014/main" id="{429363A1-6D6D-F803-B1B9-A805F28E91AE}"/>
              </a:ext>
            </a:extLst>
          </p:cNvPr>
          <p:cNvSpPr/>
          <p:nvPr/>
        </p:nvSpPr>
        <p:spPr>
          <a:xfrm>
            <a:off x="770474" y="5265019"/>
            <a:ext cx="6062472" cy="1197864"/>
          </a:xfrm>
          <a:prstGeom prst="roundRect">
            <a:avLst>
              <a:gd name="adj" fmla="val 13285"/>
            </a:avLst>
          </a:prstGeom>
          <a:solidFill>
            <a:schemeClr val="bg1"/>
          </a:solidFill>
          <a:ln w="6350">
            <a:solidFill>
              <a:schemeClr val="bg1">
                <a:lumMod val="95000"/>
              </a:schemeClr>
            </a:solidFill>
          </a:ln>
          <a:effectLst>
            <a:outerShdw blurRad="50800" dist="1270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99414E4-9376-1858-8CF9-13B7EB5F1265}"/>
              </a:ext>
            </a:extLst>
          </p:cNvPr>
          <p:cNvSpPr txBox="1"/>
          <p:nvPr/>
        </p:nvSpPr>
        <p:spPr>
          <a:xfrm>
            <a:off x="938856" y="5330988"/>
            <a:ext cx="5737543" cy="320040"/>
          </a:xfrm>
          <a:prstGeom prst="rect">
            <a:avLst/>
          </a:prstGeom>
          <a:noFill/>
        </p:spPr>
        <p:txBody>
          <a:bodyPr wrap="square" anchor="ctr">
            <a:noAutofit/>
          </a:bodyPr>
          <a:lstStyle/>
          <a:p>
            <a:r>
              <a:rPr lang="en-US" sz="1200" b="1" dirty="0">
                <a:solidFill>
                  <a:srgbClr val="3B3059"/>
                </a:solidFill>
              </a:rPr>
              <a:t>Future Scope</a:t>
            </a:r>
          </a:p>
        </p:txBody>
      </p:sp>
      <p:sp>
        <p:nvSpPr>
          <p:cNvPr id="24" name="TextBox 23">
            <a:extLst>
              <a:ext uri="{FF2B5EF4-FFF2-40B4-BE49-F238E27FC236}">
                <a16:creationId xmlns:a16="http://schemas.microsoft.com/office/drawing/2014/main" id="{FEC167F0-D9DD-D370-C79B-4549F96FBF9C}"/>
              </a:ext>
            </a:extLst>
          </p:cNvPr>
          <p:cNvSpPr txBox="1"/>
          <p:nvPr/>
        </p:nvSpPr>
        <p:spPr>
          <a:xfrm>
            <a:off x="938857" y="5651028"/>
            <a:ext cx="5737542" cy="738066"/>
          </a:xfrm>
          <a:prstGeom prst="rect">
            <a:avLst/>
          </a:prstGeom>
          <a:noFill/>
        </p:spPr>
        <p:txBody>
          <a:bodyPr wrap="square" lIns="91440" tIns="45720" rIns="91440" bIns="45720" anchor="t">
            <a:noAutofit/>
          </a:bodyPr>
          <a:lstStyle/>
          <a:p>
            <a:pPr marL="171450" indent="-171450">
              <a:spcAft>
                <a:spcPts val="600"/>
              </a:spcAft>
              <a:buFont typeface="Arial" panose="020B0604020202020204" pitchFamily="34" charset="0"/>
              <a:buChar char="•"/>
            </a:pPr>
            <a:r>
              <a:rPr lang="en-US" sz="1050" dirty="0">
                <a:solidFill>
                  <a:srgbClr val="000000"/>
                </a:solidFill>
                <a:ea typeface="+mn-lt"/>
                <a:cs typeface="+mn-lt"/>
              </a:rPr>
              <a:t>Severe class imbalance limits model performance with regard to  HIT precision.</a:t>
            </a:r>
          </a:p>
          <a:p>
            <a:pPr marL="171450" indent="-171450">
              <a:spcAft>
                <a:spcPts val="600"/>
              </a:spcAft>
              <a:buFont typeface="Arial" panose="020B0604020202020204" pitchFamily="34" charset="0"/>
              <a:buChar char="•"/>
            </a:pPr>
            <a:r>
              <a:rPr lang="en-US" sz="1050" dirty="0">
                <a:ea typeface="+mn-lt"/>
                <a:cs typeface="+mn-lt"/>
              </a:rPr>
              <a:t>Feature scope for for improving predictive power through advanced techniques to handle class imbalance – SMOTE.</a:t>
            </a:r>
          </a:p>
        </p:txBody>
      </p:sp>
      <p:grpSp>
        <p:nvGrpSpPr>
          <p:cNvPr id="25" name="Group 24">
            <a:extLst>
              <a:ext uri="{FF2B5EF4-FFF2-40B4-BE49-F238E27FC236}">
                <a16:creationId xmlns:a16="http://schemas.microsoft.com/office/drawing/2014/main" id="{3C2B2771-8921-7FF7-2C54-12D166A2B365}"/>
              </a:ext>
            </a:extLst>
          </p:cNvPr>
          <p:cNvGrpSpPr/>
          <p:nvPr/>
        </p:nvGrpSpPr>
        <p:grpSpPr>
          <a:xfrm>
            <a:off x="7446973" y="4542643"/>
            <a:ext cx="4572000" cy="1920240"/>
            <a:chOff x="7455186" y="4831882"/>
            <a:chExt cx="4572000" cy="1645920"/>
          </a:xfrm>
        </p:grpSpPr>
        <p:sp>
          <p:nvSpPr>
            <p:cNvPr id="3" name="Round Diagonal Corner Rectangle 2">
              <a:extLst>
                <a:ext uri="{FF2B5EF4-FFF2-40B4-BE49-F238E27FC236}">
                  <a16:creationId xmlns:a16="http://schemas.microsoft.com/office/drawing/2014/main" id="{0EB9E3BF-3F0F-B577-28CF-0B112198671E}"/>
                </a:ext>
              </a:extLst>
            </p:cNvPr>
            <p:cNvSpPr/>
            <p:nvPr/>
          </p:nvSpPr>
          <p:spPr>
            <a:xfrm>
              <a:off x="7455186" y="4831882"/>
              <a:ext cx="4572000" cy="1645920"/>
            </a:xfrm>
            <a:prstGeom prst="round2DiagRect">
              <a:avLst/>
            </a:prstGeom>
            <a:solidFill>
              <a:schemeClr val="accent6">
                <a:lumMod val="60000"/>
                <a:lumOff val="40000"/>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800">
                <a:solidFill>
                  <a:schemeClr val="tx1"/>
                </a:solidFill>
                <a:latin typeface="Aptos" panose="02110004020202020204"/>
              </a:endParaRPr>
            </a:p>
          </p:txBody>
        </p:sp>
        <p:cxnSp>
          <p:nvCxnSpPr>
            <p:cNvPr id="4" name="Straight Connector 3">
              <a:extLst>
                <a:ext uri="{FF2B5EF4-FFF2-40B4-BE49-F238E27FC236}">
                  <a16:creationId xmlns:a16="http://schemas.microsoft.com/office/drawing/2014/main" id="{A13025AA-539F-2A3F-6C6B-FF44DAAF3382}"/>
                </a:ext>
              </a:extLst>
            </p:cNvPr>
            <p:cNvCxnSpPr>
              <a:cxnSpLocks/>
            </p:cNvCxnSpPr>
            <p:nvPr/>
          </p:nvCxnSpPr>
          <p:spPr>
            <a:xfrm>
              <a:off x="9676275" y="4831882"/>
              <a:ext cx="0" cy="164592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F1B835-51AD-ED9A-FB8F-C1E3D3957973}"/>
                </a:ext>
              </a:extLst>
            </p:cNvPr>
            <p:cNvCxnSpPr>
              <a:stCxn id="3" idx="2"/>
              <a:endCxn id="3" idx="0"/>
            </p:cNvCxnSpPr>
            <p:nvPr/>
          </p:nvCxnSpPr>
          <p:spPr>
            <a:xfrm>
              <a:off x="7455186" y="5654842"/>
              <a:ext cx="4572000" cy="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7FF60C7-178A-7158-5827-792671AF252C}"/>
                </a:ext>
              </a:extLst>
            </p:cNvPr>
            <p:cNvSpPr txBox="1"/>
            <p:nvPr/>
          </p:nvSpPr>
          <p:spPr>
            <a:xfrm>
              <a:off x="7540444" y="4875196"/>
              <a:ext cx="2133600" cy="779646"/>
            </a:xfrm>
            <a:prstGeom prst="rect">
              <a:avLst/>
            </a:prstGeom>
            <a:noFill/>
          </p:spPr>
          <p:txBody>
            <a:bodyPr wrap="square" tIns="91440" rtlCol="0" anchor="ctr">
              <a:noAutofit/>
            </a:bodyPr>
            <a:lstStyle/>
            <a:p>
              <a:pPr algn="ctr">
                <a:spcAft>
                  <a:spcPts val="600"/>
                </a:spcAft>
                <a:defRPr/>
              </a:pPr>
              <a:r>
                <a:rPr lang="en-US" sz="900" cap="all" dirty="0"/>
                <a:t>TNR (Specificity): 0.9006</a:t>
              </a:r>
            </a:p>
            <a:p>
              <a:pPr lvl="0" algn="ctr">
                <a:spcAft>
                  <a:spcPts val="600"/>
                </a:spcAft>
                <a:defRPr/>
              </a:pPr>
              <a:r>
                <a:rPr lang="en-US" sz="900" dirty="0"/>
                <a:t>TRUE NEGATIVE</a:t>
              </a:r>
            </a:p>
            <a:p>
              <a:pPr lvl="0" algn="ctr">
                <a:spcAft>
                  <a:spcPts val="600"/>
                </a:spcAft>
                <a:defRPr/>
              </a:pPr>
              <a:r>
                <a:rPr lang="en-US" sz="1400" dirty="0"/>
                <a:t>6596</a:t>
              </a:r>
              <a:endParaRPr kumimoji="0" lang="en-US" sz="900" i="0" u="none" strike="noStrike" kern="1200" cap="none" spc="0" normalizeH="0" baseline="0" noProof="0" dirty="0">
                <a:ln>
                  <a:noFill/>
                </a:ln>
                <a:effectLst/>
                <a:uLnTx/>
                <a:uFillTx/>
                <a:latin typeface="Aptos" panose="02110004020202020204"/>
                <a:ea typeface="+mn-ea"/>
                <a:cs typeface="+mn-cs"/>
              </a:endParaRPr>
            </a:p>
          </p:txBody>
        </p:sp>
        <p:sp>
          <p:nvSpPr>
            <p:cNvPr id="14" name="TextBox 13">
              <a:extLst>
                <a:ext uri="{FF2B5EF4-FFF2-40B4-BE49-F238E27FC236}">
                  <a16:creationId xmlns:a16="http://schemas.microsoft.com/office/drawing/2014/main" id="{56C1F5DE-F798-60E1-3822-29B78FD000B5}"/>
                </a:ext>
              </a:extLst>
            </p:cNvPr>
            <p:cNvSpPr txBox="1"/>
            <p:nvPr/>
          </p:nvSpPr>
          <p:spPr>
            <a:xfrm>
              <a:off x="7540444" y="5654842"/>
              <a:ext cx="2133600" cy="779646"/>
            </a:xfrm>
            <a:prstGeom prst="rect">
              <a:avLst/>
            </a:prstGeom>
            <a:noFill/>
          </p:spPr>
          <p:txBody>
            <a:bodyPr wrap="square" tIns="91440" rtlCol="0" anchor="ctr">
              <a:noAutofit/>
            </a:bodyPr>
            <a:lstStyle/>
            <a:p>
              <a:pPr algn="ctr">
                <a:spcAft>
                  <a:spcPts val="600"/>
                </a:spcAft>
                <a:defRPr/>
              </a:pPr>
              <a:r>
                <a:rPr lang="en-US" sz="900" cap="all" dirty="0"/>
                <a:t>FNR (Type II Error): 0.5310</a:t>
              </a:r>
              <a:endParaRPr kumimoji="0" lang="en-US" sz="900" i="0" u="none" strike="noStrike" kern="1200" cap="all" spc="0" normalizeH="0" baseline="0" noProof="0" dirty="0">
                <a:ln>
                  <a:noFill/>
                </a:ln>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dirty="0">
                  <a:ln>
                    <a:noFill/>
                  </a:ln>
                  <a:effectLst/>
                  <a:uLnTx/>
                  <a:uFillTx/>
                  <a:latin typeface="Aptos" panose="02110004020202020204"/>
                  <a:ea typeface="+mn-ea"/>
                  <a:cs typeface="+mn-cs"/>
                </a:rPr>
                <a:t>FALSE NEGATIVE</a:t>
              </a:r>
            </a:p>
            <a:p>
              <a:pPr lvl="0" algn="ctr">
                <a:spcAft>
                  <a:spcPts val="600"/>
                </a:spcAft>
                <a:defRPr/>
              </a:pPr>
              <a:r>
                <a:rPr lang="en-US" sz="1400" dirty="0"/>
                <a:t>796</a:t>
              </a:r>
              <a:endParaRPr kumimoji="0" lang="en-US" sz="900" i="0" u="none" strike="noStrike" kern="1200" cap="none" spc="0" normalizeH="0" baseline="0" noProof="0" dirty="0">
                <a:ln>
                  <a:noFill/>
                </a:ln>
                <a:effectLst/>
                <a:uLnTx/>
                <a:uFillTx/>
                <a:latin typeface="Aptos" panose="02110004020202020204"/>
                <a:ea typeface="+mn-ea"/>
                <a:cs typeface="+mn-cs"/>
              </a:endParaRPr>
            </a:p>
          </p:txBody>
        </p:sp>
        <p:sp>
          <p:nvSpPr>
            <p:cNvPr id="16" name="TextBox 15">
              <a:extLst>
                <a:ext uri="{FF2B5EF4-FFF2-40B4-BE49-F238E27FC236}">
                  <a16:creationId xmlns:a16="http://schemas.microsoft.com/office/drawing/2014/main" id="{C51EB6E0-E860-C491-C76C-E5EEA097B0CB}"/>
                </a:ext>
              </a:extLst>
            </p:cNvPr>
            <p:cNvSpPr txBox="1"/>
            <p:nvPr/>
          </p:nvSpPr>
          <p:spPr>
            <a:xfrm>
              <a:off x="9674043" y="4875196"/>
              <a:ext cx="2285995" cy="779646"/>
            </a:xfrm>
            <a:prstGeom prst="rect">
              <a:avLst/>
            </a:prstGeom>
            <a:noFill/>
          </p:spPr>
          <p:txBody>
            <a:bodyPr wrap="square" tIns="91440" rtlCol="0" anchor="ctr">
              <a:noAutofit/>
            </a:bodyPr>
            <a:lstStyle/>
            <a:p>
              <a:pPr algn="ctr">
                <a:spcAft>
                  <a:spcPts val="600"/>
                </a:spcAft>
                <a:defRPr/>
              </a:pPr>
              <a:r>
                <a:rPr lang="en-US" sz="900" cap="all" dirty="0"/>
                <a:t>FPR (Type I Error): 0.0994 – </a:t>
              </a:r>
              <a:r>
                <a:rPr lang="en-US" sz="1400" b="1" cap="all" dirty="0"/>
                <a:t>9.94%</a:t>
              </a:r>
              <a:endParaRPr lang="en-US" sz="900" b="1" cap="all" dirty="0"/>
            </a:p>
            <a:p>
              <a:pPr lvl="0" algn="ctr">
                <a:spcAft>
                  <a:spcPts val="600"/>
                </a:spcAft>
                <a:defRPr/>
              </a:pPr>
              <a:r>
                <a:rPr lang="en-US" sz="900" dirty="0"/>
                <a:t>FALSE POSITIVE</a:t>
              </a:r>
            </a:p>
            <a:p>
              <a:pPr lvl="0" algn="ctr">
                <a:spcAft>
                  <a:spcPts val="600"/>
                </a:spcAft>
                <a:defRPr/>
              </a:pPr>
              <a:r>
                <a:rPr lang="en-US" sz="1400" dirty="0"/>
                <a:t>728</a:t>
              </a:r>
              <a:r>
                <a:rPr lang="en-US" sz="1000" dirty="0"/>
                <a:t> </a:t>
              </a:r>
            </a:p>
          </p:txBody>
        </p:sp>
        <p:sp>
          <p:nvSpPr>
            <p:cNvPr id="20" name="TextBox 19">
              <a:extLst>
                <a:ext uri="{FF2B5EF4-FFF2-40B4-BE49-F238E27FC236}">
                  <a16:creationId xmlns:a16="http://schemas.microsoft.com/office/drawing/2014/main" id="{E2179338-D9A4-730B-DE22-A907824D5772}"/>
                </a:ext>
              </a:extLst>
            </p:cNvPr>
            <p:cNvSpPr txBox="1"/>
            <p:nvPr/>
          </p:nvSpPr>
          <p:spPr>
            <a:xfrm>
              <a:off x="9674044" y="5654842"/>
              <a:ext cx="2285991" cy="779646"/>
            </a:xfrm>
            <a:prstGeom prst="rect">
              <a:avLst/>
            </a:prstGeom>
            <a:noFill/>
          </p:spPr>
          <p:txBody>
            <a:bodyPr wrap="square" tIns="91440" rtlCol="0" anchor="ctr">
              <a:noAutofit/>
            </a:bodyPr>
            <a:lstStyle/>
            <a:p>
              <a:pPr algn="ctr">
                <a:spcAft>
                  <a:spcPts val="600"/>
                </a:spcAft>
                <a:defRPr/>
              </a:pPr>
              <a:r>
                <a:rPr lang="en-US" sz="900" cap="all" dirty="0"/>
                <a:t>TPR (Recall/Sensitivity): 0.4690</a:t>
              </a:r>
              <a:endParaRPr kumimoji="0" lang="en-US" sz="900" i="0" u="none" strike="noStrike" kern="1200" cap="all" spc="0" normalizeH="0" baseline="0" noProof="0" dirty="0">
                <a:ln>
                  <a:noFill/>
                </a:ln>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dirty="0">
                  <a:ln>
                    <a:noFill/>
                  </a:ln>
                  <a:effectLst/>
                  <a:uLnTx/>
                  <a:uFillTx/>
                  <a:latin typeface="Aptos" panose="02110004020202020204"/>
                  <a:ea typeface="+mn-ea"/>
                  <a:cs typeface="+mn-cs"/>
                </a:rPr>
                <a:t>TRUE POSITIVE</a:t>
              </a:r>
            </a:p>
            <a:p>
              <a:pPr lvl="0" algn="ctr">
                <a:spcAft>
                  <a:spcPts val="600"/>
                </a:spcAft>
                <a:defRPr/>
              </a:pPr>
              <a:r>
                <a:rPr lang="en-US" sz="1400" dirty="0"/>
                <a:t>703</a:t>
              </a:r>
              <a:endParaRPr kumimoji="0" lang="en-US" sz="1000" i="0" u="none" strike="noStrike" kern="1200" cap="none" spc="0" normalizeH="0" baseline="0" noProof="0" dirty="0">
                <a:ln>
                  <a:noFill/>
                </a:ln>
                <a:effectLst/>
                <a:uLnTx/>
                <a:uFillTx/>
                <a:latin typeface="Aptos" panose="02110004020202020204"/>
                <a:ea typeface="+mn-ea"/>
                <a:cs typeface="+mn-cs"/>
              </a:endParaRPr>
            </a:p>
          </p:txBody>
        </p:sp>
      </p:grpSp>
      <p:sp>
        <p:nvSpPr>
          <p:cNvPr id="28" name="Rectangle 27">
            <a:hlinkClick r:id="rId3" action="ppaction://hlinksldjump"/>
            <a:extLst>
              <a:ext uri="{FF2B5EF4-FFF2-40B4-BE49-F238E27FC236}">
                <a16:creationId xmlns:a16="http://schemas.microsoft.com/office/drawing/2014/main" id="{7754E9D2-E2E0-A500-57FD-1FC325DB5F11}"/>
              </a:ext>
            </a:extLst>
          </p:cNvPr>
          <p:cNvSpPr/>
          <p:nvPr/>
        </p:nvSpPr>
        <p:spPr>
          <a:xfrm>
            <a:off x="6986951" y="1122118"/>
            <a:ext cx="5205050" cy="32918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1207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3EE57-420A-44E3-4CA8-5E52D53E2E31}"/>
              </a:ext>
            </a:extLst>
          </p:cNvPr>
          <p:cNvSpPr>
            <a:spLocks noGrp="1"/>
          </p:cNvSpPr>
          <p:nvPr>
            <p:ph type="title"/>
          </p:nvPr>
        </p:nvSpPr>
        <p:spPr/>
        <p:txBody>
          <a:bodyPr/>
          <a:lstStyle/>
          <a:p>
            <a:r>
              <a:rPr lang="en-US" dirty="0"/>
              <a:t>Decision Tree – Results, Interpretation, and Insights</a:t>
            </a:r>
          </a:p>
        </p:txBody>
      </p:sp>
      <p:grpSp>
        <p:nvGrpSpPr>
          <p:cNvPr id="4" name="Group 3">
            <a:extLst>
              <a:ext uri="{FF2B5EF4-FFF2-40B4-BE49-F238E27FC236}">
                <a16:creationId xmlns:a16="http://schemas.microsoft.com/office/drawing/2014/main" id="{9545D480-5ED8-54DE-AFC4-141D715EE633}"/>
              </a:ext>
            </a:extLst>
          </p:cNvPr>
          <p:cNvGrpSpPr>
            <a:grpSpLocks noChangeAspect="1"/>
          </p:cNvGrpSpPr>
          <p:nvPr/>
        </p:nvGrpSpPr>
        <p:grpSpPr>
          <a:xfrm>
            <a:off x="838200" y="1785341"/>
            <a:ext cx="548640" cy="548640"/>
            <a:chOff x="1415845" y="1706233"/>
            <a:chExt cx="822960" cy="822960"/>
          </a:xfrm>
        </p:grpSpPr>
        <p:sp>
          <p:nvSpPr>
            <p:cNvPr id="5" name="Teardrop 4">
              <a:extLst>
                <a:ext uri="{FF2B5EF4-FFF2-40B4-BE49-F238E27FC236}">
                  <a16:creationId xmlns:a16="http://schemas.microsoft.com/office/drawing/2014/main" id="{A7D17EE4-A8EF-0C06-9FE9-8B31348CFB68}"/>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1E3498DF-FDE7-816A-26A1-1FF1D0C8CD91}"/>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a:solidFill>
                    <a:schemeClr val="bg2">
                      <a:lumMod val="25000"/>
                    </a:schemeClr>
                  </a:solidFill>
                </a:rPr>
                <a:t>1</a:t>
              </a:r>
            </a:p>
          </p:txBody>
        </p:sp>
      </p:grpSp>
      <p:sp>
        <p:nvSpPr>
          <p:cNvPr id="7" name="TextBox 6">
            <a:extLst>
              <a:ext uri="{FF2B5EF4-FFF2-40B4-BE49-F238E27FC236}">
                <a16:creationId xmlns:a16="http://schemas.microsoft.com/office/drawing/2014/main" id="{BF5D16AE-EC0E-D9FE-8475-94C9E2FF6C21}"/>
              </a:ext>
            </a:extLst>
          </p:cNvPr>
          <p:cNvSpPr txBox="1"/>
          <p:nvPr/>
        </p:nvSpPr>
        <p:spPr>
          <a:xfrm>
            <a:off x="1570663" y="1658836"/>
            <a:ext cx="3383280" cy="801650"/>
          </a:xfrm>
          <a:prstGeom prst="rect">
            <a:avLst/>
          </a:prstGeom>
          <a:noFill/>
          <a:ln>
            <a:noFill/>
          </a:ln>
        </p:spPr>
        <p:txBody>
          <a:bodyPr wrap="square" anchor="t">
            <a:noAutofit/>
          </a:bodyPr>
          <a:lstStyle/>
          <a:p>
            <a:pPr>
              <a:spcAft>
                <a:spcPts val="600"/>
              </a:spcAft>
            </a:pPr>
            <a:r>
              <a:rPr lang="en-US" sz="1100" b="1" dirty="0"/>
              <a:t>Debut Rank</a:t>
            </a:r>
            <a:r>
              <a:rPr lang="en-US" sz="1100" dirty="0"/>
              <a:t> </a:t>
            </a:r>
            <a:r>
              <a:rPr lang="en-US" sz="1100" b="1" dirty="0"/>
              <a:t>is the Strongest Predictor</a:t>
            </a:r>
          </a:p>
          <a:p>
            <a:pPr>
              <a:spcAft>
                <a:spcPts val="600"/>
              </a:spcAft>
            </a:pPr>
            <a:r>
              <a:rPr lang="en-US" sz="1000" b="0" i="0" dirty="0">
                <a:effectLst/>
              </a:rPr>
              <a:t>This can be a strong early signal for timing the marketing spend. Streaming platform listening will hold the key.</a:t>
            </a:r>
          </a:p>
        </p:txBody>
      </p:sp>
      <p:pic>
        <p:nvPicPr>
          <p:cNvPr id="9" name="Picture 8">
            <a:extLst>
              <a:ext uri="{FF2B5EF4-FFF2-40B4-BE49-F238E27FC236}">
                <a16:creationId xmlns:a16="http://schemas.microsoft.com/office/drawing/2014/main" id="{97A98FCB-24F8-8141-EBB2-F4D6E1873336}"/>
              </a:ext>
            </a:extLst>
          </p:cNvPr>
          <p:cNvPicPr>
            <a:picLocks noChangeAspect="1"/>
          </p:cNvPicPr>
          <p:nvPr/>
        </p:nvPicPr>
        <p:blipFill>
          <a:blip r:embed="rId3"/>
          <a:stretch>
            <a:fillRect/>
          </a:stretch>
        </p:blipFill>
        <p:spPr>
          <a:xfrm>
            <a:off x="6318578" y="1294789"/>
            <a:ext cx="4978400" cy="3073400"/>
          </a:xfrm>
          <a:prstGeom prst="rect">
            <a:avLst/>
          </a:prstGeom>
          <a:blipFill>
            <a:blip r:embed="rId4"/>
            <a:stretch>
              <a:fillRect/>
            </a:stretch>
          </a:blipFill>
          <a:ln w="3175">
            <a:solidFill>
              <a:schemeClr val="bg1">
                <a:lumMod val="50000"/>
              </a:schemeClr>
            </a:solidFill>
          </a:ln>
          <a:effectLst>
            <a:outerShdw blurRad="190500" dist="190500" dir="2700000" algn="tl" rotWithShape="0">
              <a:prstClr val="black">
                <a:alpha val="40000"/>
              </a:prstClr>
            </a:outerShdw>
          </a:effectLst>
        </p:spPr>
      </p:pic>
      <p:grpSp>
        <p:nvGrpSpPr>
          <p:cNvPr id="10" name="Group 9">
            <a:extLst>
              <a:ext uri="{FF2B5EF4-FFF2-40B4-BE49-F238E27FC236}">
                <a16:creationId xmlns:a16="http://schemas.microsoft.com/office/drawing/2014/main" id="{690C1721-BFD6-57A2-88E2-5EF0676019E2}"/>
              </a:ext>
            </a:extLst>
          </p:cNvPr>
          <p:cNvGrpSpPr>
            <a:grpSpLocks noChangeAspect="1"/>
          </p:cNvGrpSpPr>
          <p:nvPr/>
        </p:nvGrpSpPr>
        <p:grpSpPr>
          <a:xfrm>
            <a:off x="838200" y="2939605"/>
            <a:ext cx="548640" cy="548640"/>
            <a:chOff x="1415845" y="1706233"/>
            <a:chExt cx="822960" cy="822960"/>
          </a:xfrm>
        </p:grpSpPr>
        <p:sp>
          <p:nvSpPr>
            <p:cNvPr id="11" name="Teardrop 10">
              <a:extLst>
                <a:ext uri="{FF2B5EF4-FFF2-40B4-BE49-F238E27FC236}">
                  <a16:creationId xmlns:a16="http://schemas.microsoft.com/office/drawing/2014/main" id="{E2EF9222-E6F8-7A5B-AD3D-E65C3F9B2018}"/>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CEF81218-394F-D732-7061-A4B6DD3FD238}"/>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2</a:t>
              </a:r>
            </a:p>
          </p:txBody>
        </p:sp>
      </p:grpSp>
      <p:sp>
        <p:nvSpPr>
          <p:cNvPr id="13" name="TextBox 12">
            <a:extLst>
              <a:ext uri="{FF2B5EF4-FFF2-40B4-BE49-F238E27FC236}">
                <a16:creationId xmlns:a16="http://schemas.microsoft.com/office/drawing/2014/main" id="{C899F556-B805-CD52-5235-F2C91EDFEF24}"/>
              </a:ext>
            </a:extLst>
          </p:cNvPr>
          <p:cNvSpPr txBox="1"/>
          <p:nvPr/>
        </p:nvSpPr>
        <p:spPr>
          <a:xfrm>
            <a:off x="1570663" y="2813100"/>
            <a:ext cx="3383280" cy="801650"/>
          </a:xfrm>
          <a:prstGeom prst="rect">
            <a:avLst/>
          </a:prstGeom>
          <a:noFill/>
          <a:ln>
            <a:noFill/>
          </a:ln>
        </p:spPr>
        <p:txBody>
          <a:bodyPr wrap="square" anchor="t">
            <a:noAutofit/>
          </a:bodyPr>
          <a:lstStyle/>
          <a:p>
            <a:pPr>
              <a:spcAft>
                <a:spcPts val="600"/>
              </a:spcAft>
            </a:pPr>
            <a:r>
              <a:rPr lang="en-US" sz="1100" b="1" dirty="0"/>
              <a:t>Streaming Platforms Play a Crucial Role</a:t>
            </a:r>
          </a:p>
          <a:p>
            <a:pPr>
              <a:spcAft>
                <a:spcPts val="600"/>
              </a:spcAft>
            </a:pPr>
            <a:r>
              <a:rPr lang="en-US" sz="1000" dirty="0"/>
              <a:t>Streaming platforms provide the required exposure and accelerate success as evident from the importance of Spotify Popularity and Playlist Presence.</a:t>
            </a:r>
            <a:endParaRPr lang="en-US" sz="1000" b="0" i="0" dirty="0">
              <a:effectLst/>
            </a:endParaRPr>
          </a:p>
        </p:txBody>
      </p:sp>
      <p:grpSp>
        <p:nvGrpSpPr>
          <p:cNvPr id="14" name="Group 13">
            <a:extLst>
              <a:ext uri="{FF2B5EF4-FFF2-40B4-BE49-F238E27FC236}">
                <a16:creationId xmlns:a16="http://schemas.microsoft.com/office/drawing/2014/main" id="{D4C2CEC7-0F77-A85F-427F-771A8CBCD1B9}"/>
              </a:ext>
            </a:extLst>
          </p:cNvPr>
          <p:cNvGrpSpPr>
            <a:grpSpLocks noChangeAspect="1"/>
          </p:cNvGrpSpPr>
          <p:nvPr/>
        </p:nvGrpSpPr>
        <p:grpSpPr>
          <a:xfrm>
            <a:off x="838200" y="4093869"/>
            <a:ext cx="548640" cy="548640"/>
            <a:chOff x="1415845" y="1706233"/>
            <a:chExt cx="822960" cy="822960"/>
          </a:xfrm>
        </p:grpSpPr>
        <p:sp>
          <p:nvSpPr>
            <p:cNvPr id="15" name="Teardrop 14">
              <a:extLst>
                <a:ext uri="{FF2B5EF4-FFF2-40B4-BE49-F238E27FC236}">
                  <a16:creationId xmlns:a16="http://schemas.microsoft.com/office/drawing/2014/main" id="{11A4CDBA-65FB-2162-7DF7-3181DE11F541}"/>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40A3E47F-D3C9-6CD6-34C3-2E99BB7A26E2}"/>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3</a:t>
              </a:r>
            </a:p>
          </p:txBody>
        </p:sp>
      </p:grpSp>
      <p:sp>
        <p:nvSpPr>
          <p:cNvPr id="17" name="TextBox 16">
            <a:extLst>
              <a:ext uri="{FF2B5EF4-FFF2-40B4-BE49-F238E27FC236}">
                <a16:creationId xmlns:a16="http://schemas.microsoft.com/office/drawing/2014/main" id="{3207E093-A323-24AE-50C1-1A669D297677}"/>
              </a:ext>
            </a:extLst>
          </p:cNvPr>
          <p:cNvSpPr txBox="1"/>
          <p:nvPr/>
        </p:nvSpPr>
        <p:spPr>
          <a:xfrm>
            <a:off x="1570663" y="3967364"/>
            <a:ext cx="3383280" cy="801650"/>
          </a:xfrm>
          <a:prstGeom prst="rect">
            <a:avLst/>
          </a:prstGeom>
          <a:noFill/>
          <a:ln>
            <a:noFill/>
          </a:ln>
        </p:spPr>
        <p:txBody>
          <a:bodyPr wrap="square" anchor="t">
            <a:noAutofit/>
          </a:bodyPr>
          <a:lstStyle/>
          <a:p>
            <a:pPr>
              <a:spcAft>
                <a:spcPts val="600"/>
              </a:spcAft>
            </a:pPr>
            <a:r>
              <a:rPr lang="en-US" sz="1100" b="1" dirty="0"/>
              <a:t>Hip-Hop/Rap and Country Genres</a:t>
            </a:r>
          </a:p>
          <a:p>
            <a:pPr>
              <a:spcAft>
                <a:spcPts val="600"/>
              </a:spcAft>
            </a:pPr>
            <a:r>
              <a:rPr lang="en-US" sz="1000" dirty="0"/>
              <a:t>Genre influences split pathways, particularly Hip-Hop/Rap and Country. Directionality of the influence is unknown, though.</a:t>
            </a:r>
            <a:endParaRPr lang="en-US" sz="1000" b="0" i="0" dirty="0">
              <a:effectLst/>
            </a:endParaRPr>
          </a:p>
        </p:txBody>
      </p:sp>
      <p:grpSp>
        <p:nvGrpSpPr>
          <p:cNvPr id="18" name="Group 17">
            <a:extLst>
              <a:ext uri="{FF2B5EF4-FFF2-40B4-BE49-F238E27FC236}">
                <a16:creationId xmlns:a16="http://schemas.microsoft.com/office/drawing/2014/main" id="{D9D81AF0-87DC-D5AE-27F6-44BEAC8C7045}"/>
              </a:ext>
            </a:extLst>
          </p:cNvPr>
          <p:cNvGrpSpPr>
            <a:grpSpLocks noChangeAspect="1"/>
          </p:cNvGrpSpPr>
          <p:nvPr/>
        </p:nvGrpSpPr>
        <p:grpSpPr>
          <a:xfrm>
            <a:off x="838200" y="5248133"/>
            <a:ext cx="548640" cy="548640"/>
            <a:chOff x="1415845" y="1706233"/>
            <a:chExt cx="822960" cy="822960"/>
          </a:xfrm>
        </p:grpSpPr>
        <p:sp>
          <p:nvSpPr>
            <p:cNvPr id="19" name="Teardrop 18">
              <a:extLst>
                <a:ext uri="{FF2B5EF4-FFF2-40B4-BE49-F238E27FC236}">
                  <a16:creationId xmlns:a16="http://schemas.microsoft.com/office/drawing/2014/main" id="{2C2C4AFB-0831-CCA7-082C-FD350ABA7CA8}"/>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a:extLst>
                <a:ext uri="{FF2B5EF4-FFF2-40B4-BE49-F238E27FC236}">
                  <a16:creationId xmlns:a16="http://schemas.microsoft.com/office/drawing/2014/main" id="{4D55591D-80D0-0268-53C6-E8ACAF0779B7}"/>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4</a:t>
              </a:r>
            </a:p>
          </p:txBody>
        </p:sp>
      </p:grpSp>
      <p:sp>
        <p:nvSpPr>
          <p:cNvPr id="21" name="TextBox 20">
            <a:extLst>
              <a:ext uri="{FF2B5EF4-FFF2-40B4-BE49-F238E27FC236}">
                <a16:creationId xmlns:a16="http://schemas.microsoft.com/office/drawing/2014/main" id="{9F98A65E-A9EC-5CEE-41F1-52262816E25C}"/>
              </a:ext>
            </a:extLst>
          </p:cNvPr>
          <p:cNvSpPr txBox="1"/>
          <p:nvPr/>
        </p:nvSpPr>
        <p:spPr>
          <a:xfrm>
            <a:off x="1570663" y="5121628"/>
            <a:ext cx="3383280" cy="801650"/>
          </a:xfrm>
          <a:prstGeom prst="rect">
            <a:avLst/>
          </a:prstGeom>
          <a:noFill/>
          <a:ln>
            <a:noFill/>
          </a:ln>
        </p:spPr>
        <p:txBody>
          <a:bodyPr wrap="square" anchor="t">
            <a:noAutofit/>
          </a:bodyPr>
          <a:lstStyle/>
          <a:p>
            <a:pPr>
              <a:spcAft>
                <a:spcPts val="600"/>
              </a:spcAft>
            </a:pPr>
            <a:r>
              <a:rPr lang="en-US" sz="1100" b="1" dirty="0"/>
              <a:t>Audio feature – Loudness</a:t>
            </a:r>
          </a:p>
          <a:p>
            <a:pPr>
              <a:spcAft>
                <a:spcPts val="600"/>
              </a:spcAft>
            </a:pPr>
            <a:r>
              <a:rPr lang="en-US" sz="1000" dirty="0"/>
              <a:t>Loudness also featured amongst the important predictors but the directionality of its influence is explored in upcoming slides.</a:t>
            </a:r>
          </a:p>
        </p:txBody>
      </p:sp>
      <p:sp>
        <p:nvSpPr>
          <p:cNvPr id="22" name="Round Diagonal Corner Rectangle 21">
            <a:extLst>
              <a:ext uri="{FF2B5EF4-FFF2-40B4-BE49-F238E27FC236}">
                <a16:creationId xmlns:a16="http://schemas.microsoft.com/office/drawing/2014/main" id="{7FE33FF4-911D-C631-B56F-94804FDE55B7}"/>
              </a:ext>
            </a:extLst>
          </p:cNvPr>
          <p:cNvSpPr/>
          <p:nvPr/>
        </p:nvSpPr>
        <p:spPr>
          <a:xfrm>
            <a:off x="6318578" y="4587165"/>
            <a:ext cx="4978399" cy="1529648"/>
          </a:xfrm>
          <a:prstGeom prst="round2DiagRect">
            <a:avLst/>
          </a:prstGeom>
          <a:solidFill>
            <a:schemeClr val="accent6">
              <a:alpha val="29804"/>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Aft>
                <a:spcPts val="600"/>
              </a:spcAft>
              <a:buFont typeface="Arial" panose="020B0604020202020204" pitchFamily="34" charset="0"/>
              <a:buChar char="•"/>
            </a:pPr>
            <a:r>
              <a:rPr lang="en-US" sz="1000" dirty="0">
                <a:solidFill>
                  <a:schemeClr val="tx1"/>
                </a:solidFill>
              </a:rPr>
              <a:t>The tree’s first split is on Debut Rank, indicating early chart momentum drives overall outcomes.</a:t>
            </a:r>
          </a:p>
          <a:p>
            <a:pPr marL="171450" indent="-171450">
              <a:spcAft>
                <a:spcPts val="600"/>
              </a:spcAft>
              <a:buFont typeface="Arial" panose="020B0604020202020204" pitchFamily="34" charset="0"/>
              <a:buChar char="•"/>
            </a:pPr>
            <a:r>
              <a:rPr lang="en-US" sz="1000" dirty="0">
                <a:solidFill>
                  <a:schemeClr val="tx1"/>
                </a:solidFill>
              </a:rPr>
              <a:t>Subsequent splits rely on Spotify Popularity and Playlist Presence, emphasizing early exposure and listener traction.</a:t>
            </a:r>
          </a:p>
          <a:p>
            <a:pPr marL="171450" indent="-171450">
              <a:spcAft>
                <a:spcPts val="600"/>
              </a:spcAft>
              <a:buFont typeface="Arial" panose="020B0604020202020204" pitchFamily="34" charset="0"/>
              <a:buChar char="•"/>
            </a:pPr>
            <a:r>
              <a:rPr lang="en-US" sz="1000" dirty="0">
                <a:solidFill>
                  <a:schemeClr val="tx1"/>
                </a:solidFill>
              </a:rPr>
              <a:t>Leaf nodes reveal clear patterns: songs with strong early metrics cluster into high hit-probability paths, while lower-ranked tracks fall into non-hit branches.</a:t>
            </a:r>
          </a:p>
        </p:txBody>
      </p:sp>
    </p:spTree>
    <p:extLst>
      <p:ext uri="{BB962C8B-B14F-4D97-AF65-F5344CB8AC3E}">
        <p14:creationId xmlns:p14="http://schemas.microsoft.com/office/powerpoint/2010/main" val="2219960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B6128-B66B-81BA-730C-6DECA0818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1ED79-58B9-27DF-079C-7ED83BFB6B05}"/>
              </a:ext>
            </a:extLst>
          </p:cNvPr>
          <p:cNvSpPr>
            <a:spLocks noGrp="1"/>
          </p:cNvSpPr>
          <p:nvPr>
            <p:ph type="title"/>
          </p:nvPr>
        </p:nvSpPr>
        <p:spPr>
          <a:xfrm>
            <a:off x="838029" y="360117"/>
            <a:ext cx="8298347" cy="762000"/>
          </a:xfrm>
        </p:spPr>
        <p:txBody>
          <a:bodyPr>
            <a:normAutofit fontScale="90000"/>
          </a:bodyPr>
          <a:lstStyle/>
          <a:p>
            <a:r>
              <a:rPr lang="en-US" dirty="0"/>
              <a:t>Logistic Regression - Setup, Approach, and Performance</a:t>
            </a:r>
          </a:p>
        </p:txBody>
      </p:sp>
      <p:grpSp>
        <p:nvGrpSpPr>
          <p:cNvPr id="9" name="Group 8">
            <a:extLst>
              <a:ext uri="{FF2B5EF4-FFF2-40B4-BE49-F238E27FC236}">
                <a16:creationId xmlns:a16="http://schemas.microsoft.com/office/drawing/2014/main" id="{EF20A0FD-7916-E378-B59C-17986253E918}"/>
              </a:ext>
            </a:extLst>
          </p:cNvPr>
          <p:cNvGrpSpPr/>
          <p:nvPr/>
        </p:nvGrpSpPr>
        <p:grpSpPr>
          <a:xfrm>
            <a:off x="7453443" y="1336597"/>
            <a:ext cx="4568862" cy="1481551"/>
            <a:chOff x="7450305" y="1336597"/>
            <a:chExt cx="4572000" cy="1481551"/>
          </a:xfrm>
        </p:grpSpPr>
        <p:sp>
          <p:nvSpPr>
            <p:cNvPr id="15" name="Round Same Side Corner Rectangle 14">
              <a:extLst>
                <a:ext uri="{FF2B5EF4-FFF2-40B4-BE49-F238E27FC236}">
                  <a16:creationId xmlns:a16="http://schemas.microsoft.com/office/drawing/2014/main" id="{51B46AB7-2606-7CF5-F6EC-1EBE60FB6604}"/>
                </a:ext>
              </a:extLst>
            </p:cNvPr>
            <p:cNvSpPr/>
            <p:nvPr/>
          </p:nvSpPr>
          <p:spPr>
            <a:xfrm>
              <a:off x="7493459" y="1336598"/>
              <a:ext cx="2239514" cy="1463039"/>
            </a:xfrm>
            <a:prstGeom prst="round2SameRect">
              <a:avLst>
                <a:gd name="adj1" fmla="val 9840"/>
                <a:gd name="adj2" fmla="val 0"/>
              </a:avLst>
            </a:prstGeom>
            <a:solidFill>
              <a:srgbClr val="15136E">
                <a:alpha val="80000"/>
              </a:srgbClr>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 Same Side Corner Rectangle 16">
              <a:extLst>
                <a:ext uri="{FF2B5EF4-FFF2-40B4-BE49-F238E27FC236}">
                  <a16:creationId xmlns:a16="http://schemas.microsoft.com/office/drawing/2014/main" id="{5E8E7254-2306-37F0-7030-92CF3B530FD7}"/>
                </a:ext>
              </a:extLst>
            </p:cNvPr>
            <p:cNvSpPr/>
            <p:nvPr/>
          </p:nvSpPr>
          <p:spPr>
            <a:xfrm>
              <a:off x="9759073" y="1336597"/>
              <a:ext cx="2239514" cy="1463040"/>
            </a:xfrm>
            <a:prstGeom prst="round2SameRect">
              <a:avLst>
                <a:gd name="adj1" fmla="val 9840"/>
                <a:gd name="adj2" fmla="val 0"/>
              </a:avLst>
            </a:prstGeom>
            <a:solidFill>
              <a:srgbClr val="15136E">
                <a:alpha val="80000"/>
              </a:srgbClr>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A6AB32C-4EFC-72B2-8119-A9E86DAB421F}"/>
                </a:ext>
              </a:extLst>
            </p:cNvPr>
            <p:cNvSpPr txBox="1"/>
            <p:nvPr/>
          </p:nvSpPr>
          <p:spPr>
            <a:xfrm>
              <a:off x="7493458" y="1439552"/>
              <a:ext cx="2222441" cy="2616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ea typeface="+mn-ea"/>
                  <a:cs typeface="+mn-cs"/>
                </a:rPr>
                <a:t>Hyperparameters</a:t>
              </a:r>
            </a:p>
          </p:txBody>
        </p:sp>
        <p:sp>
          <p:nvSpPr>
            <p:cNvPr id="21" name="TextBox 20">
              <a:extLst>
                <a:ext uri="{FF2B5EF4-FFF2-40B4-BE49-F238E27FC236}">
                  <a16:creationId xmlns:a16="http://schemas.microsoft.com/office/drawing/2014/main" id="{5A6BA6E8-33D9-F6FD-7773-9448622DC4B6}"/>
                </a:ext>
              </a:extLst>
            </p:cNvPr>
            <p:cNvSpPr txBox="1"/>
            <p:nvPr/>
          </p:nvSpPr>
          <p:spPr>
            <a:xfrm>
              <a:off x="9756671" y="1420098"/>
              <a:ext cx="2241916" cy="2616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ea typeface="+mn-ea"/>
                  <a:cs typeface="+mn-cs"/>
                </a:rPr>
                <a:t>Tuning Rationale</a:t>
              </a:r>
            </a:p>
          </p:txBody>
        </p:sp>
        <p:sp>
          <p:nvSpPr>
            <p:cNvPr id="13" name="Rectangle 12">
              <a:extLst>
                <a:ext uri="{FF2B5EF4-FFF2-40B4-BE49-F238E27FC236}">
                  <a16:creationId xmlns:a16="http://schemas.microsoft.com/office/drawing/2014/main" id="{83F4F513-7A93-2BA4-5A4C-E6C3C0EF43B4}"/>
                </a:ext>
              </a:extLst>
            </p:cNvPr>
            <p:cNvSpPr/>
            <p:nvPr/>
          </p:nvSpPr>
          <p:spPr>
            <a:xfrm>
              <a:off x="7450305" y="1767805"/>
              <a:ext cx="4572000" cy="1050343"/>
            </a:xfrm>
            <a:prstGeom prst="rect">
              <a:avLst/>
            </a:prstGeom>
            <a:solidFill>
              <a:schemeClr val="bg1">
                <a:lumMod val="95000"/>
              </a:schemeClr>
            </a:solidFill>
            <a:ln w="0">
              <a:solidFill>
                <a:schemeClr val="bg1">
                  <a:lumMod val="9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ea typeface="+mn-ea"/>
                <a:cs typeface="+mn-cs"/>
              </a:endParaRPr>
            </a:p>
          </p:txBody>
        </p:sp>
        <p:sp>
          <p:nvSpPr>
            <p:cNvPr id="23" name="TextBox 22">
              <a:extLst>
                <a:ext uri="{FF2B5EF4-FFF2-40B4-BE49-F238E27FC236}">
                  <a16:creationId xmlns:a16="http://schemas.microsoft.com/office/drawing/2014/main" id="{A9621FAD-B90F-1AFC-5D0F-6B7B2D0E86C7}"/>
                </a:ext>
              </a:extLst>
            </p:cNvPr>
            <p:cNvSpPr txBox="1"/>
            <p:nvPr/>
          </p:nvSpPr>
          <p:spPr>
            <a:xfrm>
              <a:off x="9776127" y="1874170"/>
              <a:ext cx="2212788" cy="329183"/>
            </a:xfrm>
            <a:prstGeom prst="rect">
              <a:avLst/>
            </a:prstGeom>
            <a:noFill/>
          </p:spPr>
          <p:txBody>
            <a:bodyPr wrap="square" lIns="91440" tIns="45720" rIns="91440" bIns="45720" anchor="ctr">
              <a:noAutofit/>
            </a:bodyPr>
            <a:lstStyle>
              <a:defPPr>
                <a:defRPr lang="en-US"/>
              </a:defPPr>
              <a:lvl1pPr marL="91440" indent="-91440">
                <a:buFont typeface="Arial" panose="020B0604020202020204" pitchFamily="34" charset="0"/>
                <a:buChar char="•"/>
                <a:defRPr sz="1100"/>
              </a:lvl1pPr>
            </a:lstStyle>
            <a:p>
              <a:pPr marL="0" indent="0">
                <a:spcAft>
                  <a:spcPts val="300"/>
                </a:spcAft>
                <a:buNone/>
              </a:pPr>
              <a:r>
                <a:rPr lang="en-US" sz="900" dirty="0"/>
                <a:t>Ensured convergence of the MLE; model stabilized at iteration 35.</a:t>
              </a:r>
            </a:p>
          </p:txBody>
        </p:sp>
        <p:sp>
          <p:nvSpPr>
            <p:cNvPr id="27" name="TextBox 26">
              <a:extLst>
                <a:ext uri="{FF2B5EF4-FFF2-40B4-BE49-F238E27FC236}">
                  <a16:creationId xmlns:a16="http://schemas.microsoft.com/office/drawing/2014/main" id="{52050813-34B1-AD1B-5F95-DF07E1AE549F}"/>
                </a:ext>
              </a:extLst>
            </p:cNvPr>
            <p:cNvSpPr txBox="1"/>
            <p:nvPr/>
          </p:nvSpPr>
          <p:spPr>
            <a:xfrm>
              <a:off x="9773953" y="2305377"/>
              <a:ext cx="2224634" cy="329183"/>
            </a:xfrm>
            <a:prstGeom prst="rect">
              <a:avLst/>
            </a:prstGeom>
            <a:noFill/>
          </p:spPr>
          <p:txBody>
            <a:bodyPr wrap="square" lIns="91440" tIns="45720" rIns="91440" bIns="45720" anchor="ctr">
              <a:noAutofit/>
            </a:bodyPr>
            <a:lstStyle>
              <a:defPPr>
                <a:defRPr lang="en-US"/>
              </a:defPPr>
              <a:lvl1pPr marL="91440" indent="-91440">
                <a:buFont typeface="Arial" panose="020B0604020202020204" pitchFamily="34" charset="0"/>
                <a:buChar char="•"/>
                <a:defRPr sz="1100"/>
              </a:lvl1pPr>
            </a:lstStyle>
            <a:p>
              <a:pPr marL="0" indent="0">
                <a:buNone/>
              </a:pPr>
              <a:r>
                <a:rPr lang="en-US" sz="900" dirty="0"/>
                <a:t>Robust optimizer for medium–large feature spaces.</a:t>
              </a:r>
            </a:p>
          </p:txBody>
        </p:sp>
        <p:sp>
          <p:nvSpPr>
            <p:cNvPr id="37" name="Rounded Rectangle 36">
              <a:extLst>
                <a:ext uri="{FF2B5EF4-FFF2-40B4-BE49-F238E27FC236}">
                  <a16:creationId xmlns:a16="http://schemas.microsoft.com/office/drawing/2014/main" id="{9BA16A7D-8496-1277-2F64-1E6D59649A4E}"/>
                </a:ext>
              </a:extLst>
            </p:cNvPr>
            <p:cNvSpPr/>
            <p:nvPr/>
          </p:nvSpPr>
          <p:spPr>
            <a:xfrm>
              <a:off x="7943267" y="1904893"/>
              <a:ext cx="1501775" cy="274319"/>
            </a:xfrm>
            <a:prstGeom prst="roundRect">
              <a:avLst>
                <a:gd name="adj" fmla="val 44445"/>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err="1">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max_iter</a:t>
              </a:r>
              <a:r>
                <a:rPr lang="en-US" sz="700" dirty="0">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=300</a:t>
              </a:r>
            </a:p>
          </p:txBody>
        </p:sp>
        <p:sp>
          <p:nvSpPr>
            <p:cNvPr id="38" name="Rounded Rectangle 37">
              <a:extLst>
                <a:ext uri="{FF2B5EF4-FFF2-40B4-BE49-F238E27FC236}">
                  <a16:creationId xmlns:a16="http://schemas.microsoft.com/office/drawing/2014/main" id="{42503528-8CF2-267D-965E-7987D45DCE9D}"/>
                </a:ext>
              </a:extLst>
            </p:cNvPr>
            <p:cNvSpPr/>
            <p:nvPr/>
          </p:nvSpPr>
          <p:spPr>
            <a:xfrm>
              <a:off x="7943267" y="2336100"/>
              <a:ext cx="1501775" cy="274319"/>
            </a:xfrm>
            <a:prstGeom prst="roundRect">
              <a:avLst>
                <a:gd name="adj" fmla="val 44445"/>
              </a:avLst>
            </a:prstGeom>
            <a:solidFill>
              <a:schemeClr val="accent6">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solver="</a:t>
              </a:r>
              <a:r>
                <a:rPr lang="en-US" sz="700" dirty="0" err="1">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lbfgs</a:t>
              </a:r>
              <a:r>
                <a:rPr lang="en-US" sz="700" dirty="0">
                  <a:solidFill>
                    <a:schemeClr val="tx1"/>
                  </a:solidFill>
                  <a:latin typeface="JetBrains Mono" panose="02000009000000000000" pitchFamily="49" charset="0"/>
                  <a:ea typeface="JetBrains Mono" panose="02000009000000000000" pitchFamily="49" charset="0"/>
                  <a:cs typeface="JetBrains Mono" panose="02000009000000000000" pitchFamily="49" charset="0"/>
                </a:rPr>
                <a:t>"</a:t>
              </a:r>
            </a:p>
          </p:txBody>
        </p:sp>
      </p:grpSp>
      <p:grpSp>
        <p:nvGrpSpPr>
          <p:cNvPr id="60" name="Group 59">
            <a:extLst>
              <a:ext uri="{FF2B5EF4-FFF2-40B4-BE49-F238E27FC236}">
                <a16:creationId xmlns:a16="http://schemas.microsoft.com/office/drawing/2014/main" id="{B55523AA-9857-2DAB-5248-0011D1E6C267}"/>
              </a:ext>
            </a:extLst>
          </p:cNvPr>
          <p:cNvGrpSpPr/>
          <p:nvPr/>
        </p:nvGrpSpPr>
        <p:grpSpPr>
          <a:xfrm>
            <a:off x="7447672" y="4542643"/>
            <a:ext cx="4573743" cy="1920240"/>
            <a:chOff x="7177213" y="4122224"/>
            <a:chExt cx="5009320" cy="2560320"/>
          </a:xfrm>
        </p:grpSpPr>
        <p:sp>
          <p:nvSpPr>
            <p:cNvPr id="48" name="Round Diagonal Corner Rectangle 47">
              <a:extLst>
                <a:ext uri="{FF2B5EF4-FFF2-40B4-BE49-F238E27FC236}">
                  <a16:creationId xmlns:a16="http://schemas.microsoft.com/office/drawing/2014/main" id="{3ADEAFF0-8A18-F31A-53FF-B21C37BA3C57}"/>
                </a:ext>
              </a:extLst>
            </p:cNvPr>
            <p:cNvSpPr/>
            <p:nvPr/>
          </p:nvSpPr>
          <p:spPr>
            <a:xfrm>
              <a:off x="7177213" y="4122224"/>
              <a:ext cx="5009320" cy="2560320"/>
            </a:xfrm>
            <a:prstGeom prst="round2DiagRect">
              <a:avLst/>
            </a:prstGeom>
            <a:solidFill>
              <a:schemeClr val="accent6">
                <a:lumMod val="60000"/>
                <a:lumOff val="40000"/>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i="0" u="none" strike="noStrike" kern="1200" cap="none" spc="0" normalizeH="0" baseline="0" noProof="0">
                <a:ln>
                  <a:noFill/>
                </a:ln>
                <a:solidFill>
                  <a:schemeClr val="tx1"/>
                </a:solidFill>
                <a:effectLst/>
                <a:uLnTx/>
                <a:uFillTx/>
                <a:latin typeface="Aptos" panose="02110004020202020204"/>
                <a:ea typeface="+mn-ea"/>
                <a:cs typeface="+mn-cs"/>
              </a:endParaRPr>
            </a:p>
          </p:txBody>
        </p:sp>
        <p:cxnSp>
          <p:nvCxnSpPr>
            <p:cNvPr id="53" name="Straight Connector 52">
              <a:extLst>
                <a:ext uri="{FF2B5EF4-FFF2-40B4-BE49-F238E27FC236}">
                  <a16:creationId xmlns:a16="http://schemas.microsoft.com/office/drawing/2014/main" id="{5FF5437E-259A-C9AE-9447-EAE5482BE1BD}"/>
                </a:ext>
              </a:extLst>
            </p:cNvPr>
            <p:cNvCxnSpPr>
              <a:cxnSpLocks/>
            </p:cNvCxnSpPr>
            <p:nvPr/>
          </p:nvCxnSpPr>
          <p:spPr>
            <a:xfrm>
              <a:off x="9610753" y="4122224"/>
              <a:ext cx="0" cy="256032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5B19E23-AD10-23FE-4E16-D56AFA314B74}"/>
                </a:ext>
              </a:extLst>
            </p:cNvPr>
            <p:cNvCxnSpPr>
              <a:stCxn id="48" idx="2"/>
              <a:endCxn id="48" idx="0"/>
            </p:cNvCxnSpPr>
            <p:nvPr/>
          </p:nvCxnSpPr>
          <p:spPr>
            <a:xfrm>
              <a:off x="7177213" y="5402384"/>
              <a:ext cx="5009320" cy="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29E0BE87-C5E9-56F3-D7F6-1D7ECDCECDCD}"/>
                </a:ext>
              </a:extLst>
            </p:cNvPr>
            <p:cNvSpPr txBox="1"/>
            <p:nvPr/>
          </p:nvSpPr>
          <p:spPr>
            <a:xfrm>
              <a:off x="7270626" y="4189601"/>
              <a:ext cx="2337683" cy="1212783"/>
            </a:xfrm>
            <a:prstGeom prst="rect">
              <a:avLst/>
            </a:prstGeom>
            <a:noFill/>
          </p:spPr>
          <p:txBody>
            <a:bodyPr wrap="square" tIns="91440" rtlCol="0" anchor="ctr">
              <a:noAutofit/>
            </a:bodyPr>
            <a:lstStyle/>
            <a:p>
              <a:pPr lvl="0" algn="ctr">
                <a:spcAft>
                  <a:spcPts val="600"/>
                </a:spcAft>
                <a:defRPr/>
              </a:pPr>
              <a:r>
                <a:rPr lang="en-US" sz="900" cap="all" dirty="0"/>
                <a:t>TNR (Specificity): 0.9178</a:t>
              </a:r>
            </a:p>
            <a:p>
              <a:pPr lvl="0" algn="ctr">
                <a:spcAft>
                  <a:spcPts val="600"/>
                </a:spcAft>
                <a:defRPr/>
              </a:pPr>
              <a:r>
                <a:rPr lang="en-US" sz="900" dirty="0"/>
                <a:t>TRUE NEGATIVE</a:t>
              </a:r>
            </a:p>
            <a:p>
              <a:pPr algn="ctr">
                <a:spcAft>
                  <a:spcPts val="600"/>
                </a:spcAft>
                <a:defRPr/>
              </a:pPr>
              <a:r>
                <a:rPr lang="en-US" sz="1400" dirty="0"/>
                <a:t>6722</a:t>
              </a:r>
              <a:endParaRPr kumimoji="0" lang="en-US" sz="900" i="0" u="none" strike="noStrike" kern="1200" cap="none" spc="0" normalizeH="0" baseline="0" noProof="0" dirty="0">
                <a:ln>
                  <a:noFill/>
                </a:ln>
                <a:effectLst/>
                <a:uLnTx/>
                <a:uFillTx/>
                <a:latin typeface="Aptos" panose="02110004020202020204"/>
                <a:ea typeface="+mn-ea"/>
                <a:cs typeface="+mn-cs"/>
              </a:endParaRPr>
            </a:p>
          </p:txBody>
        </p:sp>
        <p:sp>
          <p:nvSpPr>
            <p:cNvPr id="56" name="TextBox 55">
              <a:extLst>
                <a:ext uri="{FF2B5EF4-FFF2-40B4-BE49-F238E27FC236}">
                  <a16:creationId xmlns:a16="http://schemas.microsoft.com/office/drawing/2014/main" id="{7BFEEB99-1330-8379-83CD-4F89E5D4813A}"/>
                </a:ext>
              </a:extLst>
            </p:cNvPr>
            <p:cNvSpPr txBox="1"/>
            <p:nvPr/>
          </p:nvSpPr>
          <p:spPr>
            <a:xfrm>
              <a:off x="7270626" y="5402384"/>
              <a:ext cx="2337683" cy="1212783"/>
            </a:xfrm>
            <a:prstGeom prst="rect">
              <a:avLst/>
            </a:prstGeom>
            <a:noFill/>
          </p:spPr>
          <p:txBody>
            <a:bodyPr wrap="square" tIns="91440" rtlCol="0" anchor="ctr">
              <a:noAutofit/>
            </a:bodyPr>
            <a:lstStyle/>
            <a:p>
              <a:pPr algn="ctr">
                <a:spcAft>
                  <a:spcPts val="600"/>
                </a:spcAft>
                <a:defRPr/>
              </a:pPr>
              <a:r>
                <a:rPr kumimoji="0" lang="en-US" sz="900" i="0" u="none" strike="noStrike" kern="1200" cap="all" spc="0" normalizeH="0" noProof="0" dirty="0">
                  <a:ln>
                    <a:noFill/>
                  </a:ln>
                  <a:effectLst/>
                  <a:uLnTx/>
                  <a:uFillTx/>
                  <a:latin typeface="Aptos" panose="02110004020202020204"/>
                  <a:ea typeface="+mn-ea"/>
                  <a:cs typeface="+mn-cs"/>
                </a:rPr>
                <a:t>FNR (Type II Error): 0.5817</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dirty="0">
                  <a:ln>
                    <a:noFill/>
                  </a:ln>
                  <a:effectLst/>
                  <a:uLnTx/>
                  <a:uFillTx/>
                  <a:latin typeface="Aptos" panose="02110004020202020204"/>
                  <a:ea typeface="+mn-ea"/>
                  <a:cs typeface="+mn-cs"/>
                </a:rPr>
                <a:t>FALSE NEGATIVE</a:t>
              </a:r>
            </a:p>
            <a:p>
              <a:pPr algn="ctr">
                <a:spcAft>
                  <a:spcPts val="600"/>
                </a:spcAft>
                <a:defRPr/>
              </a:pPr>
              <a:r>
                <a:rPr lang="en-US" sz="1400" dirty="0"/>
                <a:t>872</a:t>
              </a:r>
              <a:endParaRPr kumimoji="0" lang="en-US" sz="900" i="0" u="none" strike="noStrike" kern="1200" cap="none" spc="0" normalizeH="0" baseline="0" noProof="0" dirty="0">
                <a:ln>
                  <a:noFill/>
                </a:ln>
                <a:effectLst/>
                <a:uLnTx/>
                <a:uFillTx/>
                <a:latin typeface="Aptos" panose="02110004020202020204"/>
                <a:ea typeface="+mn-ea"/>
                <a:cs typeface="+mn-cs"/>
              </a:endParaRPr>
            </a:p>
          </p:txBody>
        </p:sp>
        <p:sp>
          <p:nvSpPr>
            <p:cNvPr id="57" name="TextBox 56">
              <a:extLst>
                <a:ext uri="{FF2B5EF4-FFF2-40B4-BE49-F238E27FC236}">
                  <a16:creationId xmlns:a16="http://schemas.microsoft.com/office/drawing/2014/main" id="{8CFB2EAC-8915-2FA7-E486-5FB38AA3EC92}"/>
                </a:ext>
              </a:extLst>
            </p:cNvPr>
            <p:cNvSpPr txBox="1"/>
            <p:nvPr/>
          </p:nvSpPr>
          <p:spPr>
            <a:xfrm>
              <a:off x="9608308" y="4189601"/>
              <a:ext cx="2504655" cy="1212783"/>
            </a:xfrm>
            <a:prstGeom prst="rect">
              <a:avLst/>
            </a:prstGeom>
            <a:noFill/>
          </p:spPr>
          <p:txBody>
            <a:bodyPr wrap="square" tIns="91440" rtlCol="0" anchor="ctr">
              <a:noAutofit/>
            </a:bodyPr>
            <a:lstStyle/>
            <a:p>
              <a:pPr lvl="0" algn="ctr">
                <a:spcAft>
                  <a:spcPts val="600"/>
                </a:spcAft>
                <a:defRPr/>
              </a:pPr>
              <a:r>
                <a:rPr lang="en-US" sz="900" cap="all" dirty="0"/>
                <a:t>FPR (Type I Error): 0.0822 – </a:t>
              </a:r>
              <a:r>
                <a:rPr lang="en-US" sz="1400" b="1" cap="all" dirty="0"/>
                <a:t>8.22%</a:t>
              </a:r>
              <a:endParaRPr lang="en-US" sz="900" b="1" cap="all" dirty="0"/>
            </a:p>
            <a:p>
              <a:pPr lvl="0" algn="ctr">
                <a:spcAft>
                  <a:spcPts val="600"/>
                </a:spcAft>
                <a:defRPr/>
              </a:pPr>
              <a:r>
                <a:rPr lang="en-US" sz="900" dirty="0"/>
                <a:t>FALSE POSITIVE</a:t>
              </a:r>
            </a:p>
            <a:p>
              <a:pPr algn="ctr">
                <a:spcAft>
                  <a:spcPts val="600"/>
                </a:spcAft>
                <a:defRPr/>
              </a:pPr>
              <a:r>
                <a:rPr lang="en-US" sz="1400" dirty="0"/>
                <a:t>602</a:t>
              </a:r>
              <a:r>
                <a:rPr lang="en-US" sz="1000" dirty="0"/>
                <a:t> </a:t>
              </a:r>
            </a:p>
          </p:txBody>
        </p:sp>
        <p:sp>
          <p:nvSpPr>
            <p:cNvPr id="58" name="TextBox 57">
              <a:extLst>
                <a:ext uri="{FF2B5EF4-FFF2-40B4-BE49-F238E27FC236}">
                  <a16:creationId xmlns:a16="http://schemas.microsoft.com/office/drawing/2014/main" id="{56314FA5-C68A-B685-0AB3-55C8484C11B9}"/>
                </a:ext>
              </a:extLst>
            </p:cNvPr>
            <p:cNvSpPr txBox="1"/>
            <p:nvPr/>
          </p:nvSpPr>
          <p:spPr>
            <a:xfrm>
              <a:off x="9608309" y="5402384"/>
              <a:ext cx="2504650" cy="1212783"/>
            </a:xfrm>
            <a:prstGeom prst="rect">
              <a:avLst/>
            </a:prstGeom>
            <a:noFill/>
          </p:spPr>
          <p:txBody>
            <a:bodyPr wrap="square" tIns="91440" rtlCol="0" anchor="ctr">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i="0" u="none" strike="noStrike" kern="1200" cap="all" spc="0" normalizeH="0" noProof="0" dirty="0">
                  <a:ln>
                    <a:noFill/>
                  </a:ln>
                  <a:effectLst/>
                  <a:uLnTx/>
                  <a:uFillTx/>
                  <a:latin typeface="Aptos" panose="02110004020202020204"/>
                  <a:ea typeface="+mn-ea"/>
                  <a:cs typeface="+mn-cs"/>
                </a:rPr>
                <a:t>TPR (Recall/Sensitivity): 0.4183</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dirty="0">
                  <a:ln>
                    <a:noFill/>
                  </a:ln>
                  <a:effectLst/>
                  <a:uLnTx/>
                  <a:uFillTx/>
                  <a:latin typeface="Aptos" panose="02110004020202020204"/>
                  <a:ea typeface="+mn-ea"/>
                  <a:cs typeface="+mn-cs"/>
                </a:rPr>
                <a:t>TRUE POSITIVE</a:t>
              </a:r>
            </a:p>
            <a:p>
              <a:pPr algn="ctr">
                <a:spcAft>
                  <a:spcPts val="600"/>
                </a:spcAft>
                <a:defRPr/>
              </a:pPr>
              <a:r>
                <a:rPr lang="en-US" sz="1400" dirty="0"/>
                <a:t>627</a:t>
              </a:r>
              <a:endParaRPr kumimoji="0" lang="en-US" sz="1000" i="0" u="none" strike="noStrike" kern="1200" cap="none" spc="0" normalizeH="0" baseline="0" noProof="0" dirty="0">
                <a:ln>
                  <a:noFill/>
                </a:ln>
                <a:effectLst/>
                <a:uLnTx/>
                <a:uFillTx/>
                <a:latin typeface="Aptos" panose="02110004020202020204"/>
                <a:ea typeface="+mn-ea"/>
                <a:cs typeface="+mn-cs"/>
              </a:endParaRPr>
            </a:p>
          </p:txBody>
        </p:sp>
      </p:grpSp>
      <p:sp>
        <p:nvSpPr>
          <p:cNvPr id="6" name="Rounded Rectangle 5">
            <a:extLst>
              <a:ext uri="{FF2B5EF4-FFF2-40B4-BE49-F238E27FC236}">
                <a16:creationId xmlns:a16="http://schemas.microsoft.com/office/drawing/2014/main" id="{8433D9AF-085A-1013-93DC-52F48899702E}"/>
              </a:ext>
            </a:extLst>
          </p:cNvPr>
          <p:cNvSpPr/>
          <p:nvPr/>
        </p:nvSpPr>
        <p:spPr>
          <a:xfrm>
            <a:off x="764834" y="1420098"/>
            <a:ext cx="6062472" cy="1463040"/>
          </a:xfrm>
          <a:prstGeom prst="roundRect">
            <a:avLst>
              <a:gd name="adj" fmla="val 13285"/>
            </a:avLst>
          </a:prstGeom>
          <a:solidFill>
            <a:schemeClr val="bg1"/>
          </a:solidFill>
          <a:ln w="6350">
            <a:solidFill>
              <a:schemeClr val="bg1">
                <a:lumMod val="95000"/>
              </a:schemeClr>
            </a:solidFill>
          </a:ln>
          <a:effectLst>
            <a:outerShdw blurRad="50800" dist="1270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429B842-0FDF-86B5-41D8-162DF8FCDEC3}"/>
              </a:ext>
            </a:extLst>
          </p:cNvPr>
          <p:cNvSpPr txBox="1"/>
          <p:nvPr/>
        </p:nvSpPr>
        <p:spPr>
          <a:xfrm>
            <a:off x="938855" y="1481688"/>
            <a:ext cx="5737543" cy="323342"/>
          </a:xfrm>
          <a:prstGeom prst="rect">
            <a:avLst/>
          </a:prstGeom>
          <a:noFill/>
        </p:spPr>
        <p:txBody>
          <a:bodyPr wrap="square" anchor="ctr">
            <a:noAutofit/>
          </a:bodyPr>
          <a:lstStyle/>
          <a:p>
            <a:r>
              <a:rPr lang="en-US" sz="1200" b="1" dirty="0">
                <a:solidFill>
                  <a:srgbClr val="3B3059"/>
                </a:solidFill>
              </a:rPr>
              <a:t>Model Setup</a:t>
            </a:r>
          </a:p>
        </p:txBody>
      </p:sp>
      <p:sp>
        <p:nvSpPr>
          <p:cNvPr id="8" name="TextBox 7">
            <a:extLst>
              <a:ext uri="{FF2B5EF4-FFF2-40B4-BE49-F238E27FC236}">
                <a16:creationId xmlns:a16="http://schemas.microsoft.com/office/drawing/2014/main" id="{78E38E54-52F6-D536-1AC1-41F16D7BA5D8}"/>
              </a:ext>
            </a:extLst>
          </p:cNvPr>
          <p:cNvSpPr txBox="1"/>
          <p:nvPr/>
        </p:nvSpPr>
        <p:spPr>
          <a:xfrm>
            <a:off x="930119" y="1805030"/>
            <a:ext cx="5737542" cy="922267"/>
          </a:xfrm>
          <a:prstGeom prst="rect">
            <a:avLst/>
          </a:prstGeom>
          <a:noFill/>
        </p:spPr>
        <p:txBody>
          <a:bodyPr wrap="square" lIns="91440" tIns="45720" rIns="91440" bIns="45720" anchor="t">
            <a:noAutofit/>
          </a:bodyPr>
          <a:lstStyle/>
          <a:p>
            <a:pPr marL="171450" indent="-171450">
              <a:spcAft>
                <a:spcPts val="600"/>
              </a:spcAft>
              <a:buFont typeface="Arial" panose="020B0604020202020204" pitchFamily="34" charset="0"/>
              <a:buChar char="•"/>
            </a:pPr>
            <a:r>
              <a:rPr lang="en-US" sz="1050" dirty="0"/>
              <a:t>Removed leakage variables (Peak Position, Weeks on Chart).</a:t>
            </a:r>
          </a:p>
          <a:p>
            <a:pPr marL="171450" indent="-171450">
              <a:spcAft>
                <a:spcPts val="600"/>
              </a:spcAft>
              <a:buFont typeface="Arial" panose="020B0604020202020204" pitchFamily="34" charset="0"/>
              <a:buChar char="•"/>
            </a:pPr>
            <a:r>
              <a:rPr lang="en-US" sz="1050" dirty="0"/>
              <a:t>Retained audio features, Spotify metadata, genre dummies, and playlist presence.</a:t>
            </a:r>
          </a:p>
          <a:p>
            <a:pPr marL="171450" indent="-171450">
              <a:spcAft>
                <a:spcPts val="600"/>
              </a:spcAft>
              <a:buFont typeface="Arial" panose="020B0604020202020204" pitchFamily="34" charset="0"/>
              <a:buChar char="•"/>
            </a:pPr>
            <a:r>
              <a:rPr lang="en-US" sz="1050" dirty="0"/>
              <a:t>Standardized all numeric predictors as the model is vulnerable to difference in scales.</a:t>
            </a:r>
          </a:p>
        </p:txBody>
      </p:sp>
      <p:sp>
        <p:nvSpPr>
          <p:cNvPr id="10" name="Rounded Rectangle 9">
            <a:extLst>
              <a:ext uri="{FF2B5EF4-FFF2-40B4-BE49-F238E27FC236}">
                <a16:creationId xmlns:a16="http://schemas.microsoft.com/office/drawing/2014/main" id="{03EA8083-E0DB-9C83-1B32-149A48B69141}"/>
              </a:ext>
            </a:extLst>
          </p:cNvPr>
          <p:cNvSpPr/>
          <p:nvPr/>
        </p:nvSpPr>
        <p:spPr>
          <a:xfrm>
            <a:off x="764834" y="3025447"/>
            <a:ext cx="6062472" cy="2103120"/>
          </a:xfrm>
          <a:prstGeom prst="roundRect">
            <a:avLst>
              <a:gd name="adj" fmla="val 13285"/>
            </a:avLst>
          </a:prstGeom>
          <a:solidFill>
            <a:schemeClr val="bg1"/>
          </a:solidFill>
          <a:ln w="6350">
            <a:solidFill>
              <a:schemeClr val="bg1">
                <a:lumMod val="95000"/>
              </a:schemeClr>
            </a:solidFill>
          </a:ln>
          <a:effectLst>
            <a:outerShdw blurRad="50800" dist="1270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9F5343D-34B7-9752-B387-B97B5326A6B8}"/>
              </a:ext>
            </a:extLst>
          </p:cNvPr>
          <p:cNvSpPr txBox="1"/>
          <p:nvPr/>
        </p:nvSpPr>
        <p:spPr>
          <a:xfrm>
            <a:off x="930118" y="3181512"/>
            <a:ext cx="5746283" cy="320040"/>
          </a:xfrm>
          <a:prstGeom prst="rect">
            <a:avLst/>
          </a:prstGeom>
          <a:noFill/>
        </p:spPr>
        <p:txBody>
          <a:bodyPr wrap="square" anchor="ctr">
            <a:noAutofit/>
          </a:bodyPr>
          <a:lstStyle/>
          <a:p>
            <a:r>
              <a:rPr lang="en-US" sz="1200" b="1" dirty="0">
                <a:solidFill>
                  <a:srgbClr val="3B3059"/>
                </a:solidFill>
              </a:rPr>
              <a:t>Model Performance and Why This Balance Is Acceptable?</a:t>
            </a:r>
          </a:p>
        </p:txBody>
      </p:sp>
      <p:sp>
        <p:nvSpPr>
          <p:cNvPr id="12" name="TextBox 11">
            <a:extLst>
              <a:ext uri="{FF2B5EF4-FFF2-40B4-BE49-F238E27FC236}">
                <a16:creationId xmlns:a16="http://schemas.microsoft.com/office/drawing/2014/main" id="{73225FC7-6AF9-70A7-5CC7-03EAFB232458}"/>
              </a:ext>
            </a:extLst>
          </p:cNvPr>
          <p:cNvSpPr txBox="1"/>
          <p:nvPr/>
        </p:nvSpPr>
        <p:spPr>
          <a:xfrm>
            <a:off x="930118" y="3501552"/>
            <a:ext cx="5746283" cy="1387195"/>
          </a:xfrm>
          <a:prstGeom prst="rect">
            <a:avLst/>
          </a:prstGeom>
          <a:noFill/>
        </p:spPr>
        <p:txBody>
          <a:bodyPr wrap="square" lIns="91440" tIns="45720" rIns="91440" bIns="45720" anchor="t">
            <a:noAutofit/>
          </a:bodyPr>
          <a:lstStyle/>
          <a:p>
            <a:pPr marL="171450" indent="-171450">
              <a:spcAft>
                <a:spcPts val="1200"/>
              </a:spcAft>
              <a:buFont typeface="Arial" panose="020B0604020202020204" pitchFamily="34" charset="0"/>
              <a:buChar char="•"/>
            </a:pPr>
            <a:r>
              <a:rPr lang="en-US" sz="1400" dirty="0"/>
              <a:t>Training Accuracy: </a:t>
            </a:r>
            <a:r>
              <a:rPr lang="en-US" sz="1400" b="1" dirty="0"/>
              <a:t>84%</a:t>
            </a:r>
            <a:r>
              <a:rPr lang="en-US" sz="1400" dirty="0"/>
              <a:t> Testing Accuracy: </a:t>
            </a:r>
            <a:r>
              <a:rPr lang="en-US" sz="1400" b="1" dirty="0"/>
              <a:t>83.29%</a:t>
            </a:r>
          </a:p>
          <a:p>
            <a:pPr marL="171450" indent="-171450">
              <a:spcAft>
                <a:spcPts val="600"/>
              </a:spcAft>
              <a:buFont typeface="Arial" panose="020B0604020202020204" pitchFamily="34" charset="0"/>
              <a:buChar char="•"/>
            </a:pPr>
            <a:r>
              <a:rPr lang="en-US" sz="1000" dirty="0"/>
              <a:t>Performance is strong despite the severe class imbalance (17% hits), with logistic regression producing a stable linear decision boundary.</a:t>
            </a:r>
          </a:p>
          <a:p>
            <a:pPr marL="171450" indent="-171450">
              <a:spcAft>
                <a:spcPts val="600"/>
              </a:spcAft>
              <a:buFont typeface="Arial" panose="020B0604020202020204" pitchFamily="34" charset="0"/>
              <a:buChar char="•"/>
            </a:pPr>
            <a:r>
              <a:rPr lang="en-US" sz="1000" dirty="0"/>
              <a:t>Recall is intentionally moderated to reduce excessive false alarms, producing a cleaner, more conservative hit-prediction signal.</a:t>
            </a:r>
          </a:p>
          <a:p>
            <a:pPr marL="171450" indent="-171450">
              <a:spcAft>
                <a:spcPts val="600"/>
              </a:spcAft>
              <a:buFont typeface="Arial" panose="020B0604020202020204" pitchFamily="34" charset="0"/>
              <a:buChar char="•"/>
            </a:pPr>
            <a:r>
              <a:rPr lang="en-US" sz="1000" dirty="0"/>
              <a:t>ROC-AUC = 0.806, indicating the model captures meaningful probability ranking of HIT vs NON-HIT</a:t>
            </a:r>
            <a:endParaRPr lang="en-US" sz="1000" dirty="0">
              <a:ea typeface="+mn-lt"/>
              <a:cs typeface="+mn-lt"/>
            </a:endParaRPr>
          </a:p>
        </p:txBody>
      </p:sp>
      <p:sp>
        <p:nvSpPr>
          <p:cNvPr id="18" name="Rounded Rectangle 17">
            <a:extLst>
              <a:ext uri="{FF2B5EF4-FFF2-40B4-BE49-F238E27FC236}">
                <a16:creationId xmlns:a16="http://schemas.microsoft.com/office/drawing/2014/main" id="{8FC2D787-A55B-6A9D-203B-93F777F6C197}"/>
              </a:ext>
            </a:extLst>
          </p:cNvPr>
          <p:cNvSpPr/>
          <p:nvPr/>
        </p:nvSpPr>
        <p:spPr>
          <a:xfrm>
            <a:off x="770474" y="5265019"/>
            <a:ext cx="6062472" cy="1197864"/>
          </a:xfrm>
          <a:prstGeom prst="roundRect">
            <a:avLst>
              <a:gd name="adj" fmla="val 13285"/>
            </a:avLst>
          </a:prstGeom>
          <a:solidFill>
            <a:schemeClr val="bg1"/>
          </a:solidFill>
          <a:ln w="6350">
            <a:solidFill>
              <a:schemeClr val="bg1">
                <a:lumMod val="95000"/>
              </a:schemeClr>
            </a:solidFill>
          </a:ln>
          <a:effectLst>
            <a:outerShdw blurRad="50800" dist="1270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87FB08F-CFDE-2174-62BF-828B0C3617B8}"/>
              </a:ext>
            </a:extLst>
          </p:cNvPr>
          <p:cNvSpPr txBox="1"/>
          <p:nvPr/>
        </p:nvSpPr>
        <p:spPr>
          <a:xfrm>
            <a:off x="938856" y="5330988"/>
            <a:ext cx="5737543" cy="320040"/>
          </a:xfrm>
          <a:prstGeom prst="rect">
            <a:avLst/>
          </a:prstGeom>
          <a:noFill/>
        </p:spPr>
        <p:txBody>
          <a:bodyPr wrap="square" anchor="ctr">
            <a:noAutofit/>
          </a:bodyPr>
          <a:lstStyle/>
          <a:p>
            <a:r>
              <a:rPr lang="en-US" sz="1200" b="1" dirty="0">
                <a:solidFill>
                  <a:srgbClr val="3B3059"/>
                </a:solidFill>
              </a:rPr>
              <a:t>Future Scope</a:t>
            </a:r>
          </a:p>
        </p:txBody>
      </p:sp>
      <p:sp>
        <p:nvSpPr>
          <p:cNvPr id="24" name="TextBox 23">
            <a:extLst>
              <a:ext uri="{FF2B5EF4-FFF2-40B4-BE49-F238E27FC236}">
                <a16:creationId xmlns:a16="http://schemas.microsoft.com/office/drawing/2014/main" id="{C46B3963-EEC5-789B-AC20-DEB03FD33C29}"/>
              </a:ext>
            </a:extLst>
          </p:cNvPr>
          <p:cNvSpPr txBox="1"/>
          <p:nvPr/>
        </p:nvSpPr>
        <p:spPr>
          <a:xfrm>
            <a:off x="938857" y="5651028"/>
            <a:ext cx="5737542" cy="738066"/>
          </a:xfrm>
          <a:prstGeom prst="rect">
            <a:avLst/>
          </a:prstGeom>
          <a:noFill/>
        </p:spPr>
        <p:txBody>
          <a:bodyPr wrap="square" lIns="91440" tIns="45720" rIns="91440" bIns="45720" anchor="t">
            <a:noAutofit/>
          </a:bodyPr>
          <a:lstStyle/>
          <a:p>
            <a:pPr marL="171450" indent="-171450">
              <a:spcAft>
                <a:spcPts val="600"/>
              </a:spcAft>
              <a:buFont typeface="Arial" panose="020B0604020202020204" pitchFamily="34" charset="0"/>
              <a:buChar char="•"/>
            </a:pPr>
            <a:r>
              <a:rPr lang="en-US" sz="1050" dirty="0"/>
              <a:t>Consider regularized LR (L1/L2) to refine coefficient stability and address multicollinearity in genre dummies.</a:t>
            </a:r>
            <a:endParaRPr lang="en-US" sz="1050" dirty="0">
              <a:ea typeface="+mn-lt"/>
              <a:cs typeface="+mn-lt"/>
            </a:endParaRPr>
          </a:p>
        </p:txBody>
      </p:sp>
      <p:sp>
        <p:nvSpPr>
          <p:cNvPr id="5" name="Round Diagonal Corner Rectangle 4">
            <a:extLst>
              <a:ext uri="{FF2B5EF4-FFF2-40B4-BE49-F238E27FC236}">
                <a16:creationId xmlns:a16="http://schemas.microsoft.com/office/drawing/2014/main" id="{80AFC4A8-40F7-05C5-809C-7A44FE614649}"/>
              </a:ext>
            </a:extLst>
          </p:cNvPr>
          <p:cNvSpPr/>
          <p:nvPr/>
        </p:nvSpPr>
        <p:spPr>
          <a:xfrm>
            <a:off x="7452553" y="3139332"/>
            <a:ext cx="4568862" cy="1232291"/>
          </a:xfrm>
          <a:prstGeom prst="round2DiagRect">
            <a:avLst/>
          </a:prstGeom>
          <a:solidFill>
            <a:schemeClr val="bg1">
              <a:lumMod val="65000"/>
              <a:alpha val="29804"/>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Aft>
                <a:spcPts val="600"/>
              </a:spcAft>
              <a:buFont typeface="Arial" panose="020B0604020202020204" pitchFamily="34" charset="0"/>
              <a:buChar char="•"/>
            </a:pPr>
            <a:r>
              <a:rPr lang="en-US" sz="1000" dirty="0">
                <a:solidFill>
                  <a:schemeClr val="tx1"/>
                </a:solidFill>
              </a:rPr>
              <a:t>Evaluated thresholds from 0.01 to 0.59 and chose 0.35 as the final operating point as it offered the best trade-off between precision (0.51) and recall (0.418).</a:t>
            </a:r>
          </a:p>
          <a:p>
            <a:pPr marL="171450" indent="-171450">
              <a:spcAft>
                <a:spcPts val="600"/>
              </a:spcAft>
              <a:buFont typeface="Arial" panose="020B0604020202020204" pitchFamily="34" charset="0"/>
              <a:buChar char="•"/>
            </a:pPr>
            <a:r>
              <a:rPr lang="en-US" sz="1000" dirty="0">
                <a:solidFill>
                  <a:schemeClr val="tx1"/>
                </a:solidFill>
              </a:rPr>
              <a:t>Avoids excessive false positives, Type I Error Rate: 8.22%</a:t>
            </a:r>
          </a:p>
        </p:txBody>
      </p:sp>
    </p:spTree>
    <p:extLst>
      <p:ext uri="{BB962C8B-B14F-4D97-AF65-F5344CB8AC3E}">
        <p14:creationId xmlns:p14="http://schemas.microsoft.com/office/powerpoint/2010/main" val="3872426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8824-D997-08DA-FC03-553626CC82EB}"/>
              </a:ext>
            </a:extLst>
          </p:cNvPr>
          <p:cNvSpPr>
            <a:spLocks noGrp="1"/>
          </p:cNvSpPr>
          <p:nvPr>
            <p:ph type="title"/>
          </p:nvPr>
        </p:nvSpPr>
        <p:spPr/>
        <p:txBody>
          <a:bodyPr/>
          <a:lstStyle/>
          <a:p>
            <a:r>
              <a:rPr lang="en-US" dirty="0"/>
              <a:t>Logistic Regression – Results, Interpretation, and Insights</a:t>
            </a:r>
          </a:p>
        </p:txBody>
      </p:sp>
      <p:grpSp>
        <p:nvGrpSpPr>
          <p:cNvPr id="3" name="Group 2">
            <a:extLst>
              <a:ext uri="{FF2B5EF4-FFF2-40B4-BE49-F238E27FC236}">
                <a16:creationId xmlns:a16="http://schemas.microsoft.com/office/drawing/2014/main" id="{36E423F7-C536-BF68-C8CE-008E2C832267}"/>
              </a:ext>
            </a:extLst>
          </p:cNvPr>
          <p:cNvGrpSpPr>
            <a:grpSpLocks noChangeAspect="1"/>
          </p:cNvGrpSpPr>
          <p:nvPr/>
        </p:nvGrpSpPr>
        <p:grpSpPr>
          <a:xfrm>
            <a:off x="838200" y="1777390"/>
            <a:ext cx="548640" cy="548640"/>
            <a:chOff x="1415845" y="1706233"/>
            <a:chExt cx="822960" cy="822960"/>
          </a:xfrm>
        </p:grpSpPr>
        <p:sp>
          <p:nvSpPr>
            <p:cNvPr id="4" name="Teardrop 3">
              <a:extLst>
                <a:ext uri="{FF2B5EF4-FFF2-40B4-BE49-F238E27FC236}">
                  <a16:creationId xmlns:a16="http://schemas.microsoft.com/office/drawing/2014/main" id="{AA48D70B-EE69-7543-8D98-35A66D8245B5}"/>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a:extLst>
                <a:ext uri="{FF2B5EF4-FFF2-40B4-BE49-F238E27FC236}">
                  <a16:creationId xmlns:a16="http://schemas.microsoft.com/office/drawing/2014/main" id="{1612341A-12CD-C838-D941-4008AA07B714}"/>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a:solidFill>
                    <a:schemeClr val="bg2">
                      <a:lumMod val="25000"/>
                    </a:schemeClr>
                  </a:solidFill>
                </a:rPr>
                <a:t>1</a:t>
              </a:r>
            </a:p>
          </p:txBody>
        </p:sp>
      </p:grpSp>
      <p:sp>
        <p:nvSpPr>
          <p:cNvPr id="6" name="TextBox 5">
            <a:extLst>
              <a:ext uri="{FF2B5EF4-FFF2-40B4-BE49-F238E27FC236}">
                <a16:creationId xmlns:a16="http://schemas.microsoft.com/office/drawing/2014/main" id="{8CC14271-9BD4-4B32-92E9-B214893CDE35}"/>
              </a:ext>
            </a:extLst>
          </p:cNvPr>
          <p:cNvSpPr txBox="1"/>
          <p:nvPr/>
        </p:nvSpPr>
        <p:spPr>
          <a:xfrm>
            <a:off x="1570662" y="1650885"/>
            <a:ext cx="3820321" cy="801650"/>
          </a:xfrm>
          <a:prstGeom prst="rect">
            <a:avLst/>
          </a:prstGeom>
          <a:noFill/>
          <a:ln>
            <a:noFill/>
          </a:ln>
        </p:spPr>
        <p:txBody>
          <a:bodyPr wrap="square" anchor="t">
            <a:noAutofit/>
          </a:bodyPr>
          <a:lstStyle/>
          <a:p>
            <a:pPr>
              <a:spcAft>
                <a:spcPts val="600"/>
              </a:spcAft>
            </a:pPr>
            <a:r>
              <a:rPr lang="en-US" sz="1100" b="1" dirty="0"/>
              <a:t>Debut Rank</a:t>
            </a:r>
            <a:r>
              <a:rPr lang="en-US" sz="1100" dirty="0"/>
              <a:t> </a:t>
            </a:r>
            <a:r>
              <a:rPr lang="en-US" sz="1100" b="1" dirty="0"/>
              <a:t>Is the Most Influential Predictor</a:t>
            </a:r>
          </a:p>
          <a:p>
            <a:pPr>
              <a:spcAft>
                <a:spcPts val="600"/>
              </a:spcAft>
            </a:pPr>
            <a:r>
              <a:rPr lang="en-US" sz="1000" b="0" i="0" dirty="0">
                <a:effectLst/>
              </a:rPr>
              <a:t>Debut Rank carries the strongest negative coefficient, meaning early chart trends signal HIT potential and Record Labels should strategize marketing effort based on such indication.</a:t>
            </a:r>
          </a:p>
        </p:txBody>
      </p:sp>
      <p:grpSp>
        <p:nvGrpSpPr>
          <p:cNvPr id="7" name="Group 6">
            <a:extLst>
              <a:ext uri="{FF2B5EF4-FFF2-40B4-BE49-F238E27FC236}">
                <a16:creationId xmlns:a16="http://schemas.microsoft.com/office/drawing/2014/main" id="{6726C956-2995-7FA0-CD72-FF1AEA43EE15}"/>
              </a:ext>
            </a:extLst>
          </p:cNvPr>
          <p:cNvGrpSpPr>
            <a:grpSpLocks noChangeAspect="1"/>
          </p:cNvGrpSpPr>
          <p:nvPr/>
        </p:nvGrpSpPr>
        <p:grpSpPr>
          <a:xfrm>
            <a:off x="838200" y="2931654"/>
            <a:ext cx="548640" cy="548640"/>
            <a:chOff x="1415845" y="1706233"/>
            <a:chExt cx="822960" cy="822960"/>
          </a:xfrm>
        </p:grpSpPr>
        <p:sp>
          <p:nvSpPr>
            <p:cNvPr id="8" name="Teardrop 7">
              <a:extLst>
                <a:ext uri="{FF2B5EF4-FFF2-40B4-BE49-F238E27FC236}">
                  <a16:creationId xmlns:a16="http://schemas.microsoft.com/office/drawing/2014/main" id="{9DD9E4EF-14F5-2F1F-3797-27E13AA4D96F}"/>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a:extLst>
                <a:ext uri="{FF2B5EF4-FFF2-40B4-BE49-F238E27FC236}">
                  <a16:creationId xmlns:a16="http://schemas.microsoft.com/office/drawing/2014/main" id="{9D7F127A-2ED2-E826-57AC-32C5750EAB7A}"/>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2</a:t>
              </a:r>
            </a:p>
          </p:txBody>
        </p:sp>
      </p:grpSp>
      <p:sp>
        <p:nvSpPr>
          <p:cNvPr id="10" name="TextBox 9">
            <a:extLst>
              <a:ext uri="{FF2B5EF4-FFF2-40B4-BE49-F238E27FC236}">
                <a16:creationId xmlns:a16="http://schemas.microsoft.com/office/drawing/2014/main" id="{592BF449-B81F-7C74-67D5-5F6837F7B578}"/>
              </a:ext>
            </a:extLst>
          </p:cNvPr>
          <p:cNvSpPr txBox="1"/>
          <p:nvPr/>
        </p:nvSpPr>
        <p:spPr>
          <a:xfrm>
            <a:off x="1570662" y="2805149"/>
            <a:ext cx="3820321" cy="801650"/>
          </a:xfrm>
          <a:prstGeom prst="rect">
            <a:avLst/>
          </a:prstGeom>
          <a:noFill/>
          <a:ln>
            <a:noFill/>
          </a:ln>
        </p:spPr>
        <p:txBody>
          <a:bodyPr wrap="square" anchor="t">
            <a:noAutofit/>
          </a:bodyPr>
          <a:lstStyle/>
          <a:p>
            <a:pPr>
              <a:spcAft>
                <a:spcPts val="600"/>
              </a:spcAft>
            </a:pPr>
            <a:r>
              <a:rPr lang="en-US" sz="1100" b="1" dirty="0"/>
              <a:t>Streaming Platform Signals Drive Hit Probability</a:t>
            </a:r>
          </a:p>
          <a:p>
            <a:pPr>
              <a:spcAft>
                <a:spcPts val="600"/>
              </a:spcAft>
            </a:pPr>
            <a:r>
              <a:rPr lang="en-US" sz="1000" dirty="0"/>
              <a:t>Spotify Popularity and Playlist Presence show large, positive, and highly significant coefficients. Hence, investment in this direction can promise good ROI.</a:t>
            </a:r>
            <a:endParaRPr lang="en-US" sz="1000" b="0" i="0" dirty="0">
              <a:effectLst/>
            </a:endParaRPr>
          </a:p>
        </p:txBody>
      </p:sp>
      <p:grpSp>
        <p:nvGrpSpPr>
          <p:cNvPr id="11" name="Group 10">
            <a:extLst>
              <a:ext uri="{FF2B5EF4-FFF2-40B4-BE49-F238E27FC236}">
                <a16:creationId xmlns:a16="http://schemas.microsoft.com/office/drawing/2014/main" id="{0D78A6BB-992A-083E-FCFD-760C1C367BE7}"/>
              </a:ext>
            </a:extLst>
          </p:cNvPr>
          <p:cNvGrpSpPr>
            <a:grpSpLocks noChangeAspect="1"/>
          </p:cNvGrpSpPr>
          <p:nvPr/>
        </p:nvGrpSpPr>
        <p:grpSpPr>
          <a:xfrm>
            <a:off x="838200" y="4085918"/>
            <a:ext cx="548640" cy="548640"/>
            <a:chOff x="1415845" y="1706233"/>
            <a:chExt cx="822960" cy="822960"/>
          </a:xfrm>
        </p:grpSpPr>
        <p:sp>
          <p:nvSpPr>
            <p:cNvPr id="12" name="Teardrop 11">
              <a:extLst>
                <a:ext uri="{FF2B5EF4-FFF2-40B4-BE49-F238E27FC236}">
                  <a16:creationId xmlns:a16="http://schemas.microsoft.com/office/drawing/2014/main" id="{6055A10C-FAC8-02C4-BA95-F080A8376F5F}"/>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a:extLst>
                <a:ext uri="{FF2B5EF4-FFF2-40B4-BE49-F238E27FC236}">
                  <a16:creationId xmlns:a16="http://schemas.microsoft.com/office/drawing/2014/main" id="{19F78F4D-89DD-E9CB-C164-4D4C3ADAD110}"/>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3</a:t>
              </a:r>
            </a:p>
          </p:txBody>
        </p:sp>
      </p:grpSp>
      <p:sp>
        <p:nvSpPr>
          <p:cNvPr id="14" name="TextBox 13">
            <a:extLst>
              <a:ext uri="{FF2B5EF4-FFF2-40B4-BE49-F238E27FC236}">
                <a16:creationId xmlns:a16="http://schemas.microsoft.com/office/drawing/2014/main" id="{C6E126DB-1CE5-E9D1-B1DD-A417E13F3EB9}"/>
              </a:ext>
            </a:extLst>
          </p:cNvPr>
          <p:cNvSpPr txBox="1"/>
          <p:nvPr/>
        </p:nvSpPr>
        <p:spPr>
          <a:xfrm>
            <a:off x="1570662" y="3959413"/>
            <a:ext cx="3820321" cy="801650"/>
          </a:xfrm>
          <a:prstGeom prst="rect">
            <a:avLst/>
          </a:prstGeom>
          <a:noFill/>
          <a:ln>
            <a:noFill/>
          </a:ln>
        </p:spPr>
        <p:txBody>
          <a:bodyPr wrap="square" anchor="t">
            <a:noAutofit/>
          </a:bodyPr>
          <a:lstStyle/>
          <a:p>
            <a:pPr>
              <a:spcAft>
                <a:spcPts val="600"/>
              </a:spcAft>
            </a:pPr>
            <a:r>
              <a:rPr lang="en-US" sz="1100" b="1" dirty="0"/>
              <a:t>Hip-Hop/Rap and Country Genres</a:t>
            </a:r>
          </a:p>
          <a:p>
            <a:pPr>
              <a:spcAft>
                <a:spcPts val="600"/>
              </a:spcAft>
            </a:pPr>
            <a:r>
              <a:rPr lang="en-US" sz="1000" dirty="0"/>
              <a:t>Hip-Hop/Rap (negative) and Country (strong negative) significantly reduce hit likelihood, contrary to Pop and EDM/Electronic which continue to be overall mainstream preference.</a:t>
            </a:r>
            <a:endParaRPr lang="en-US" sz="1000" b="0" i="0" dirty="0">
              <a:effectLst/>
            </a:endParaRPr>
          </a:p>
        </p:txBody>
      </p:sp>
      <p:grpSp>
        <p:nvGrpSpPr>
          <p:cNvPr id="15" name="Group 14">
            <a:extLst>
              <a:ext uri="{FF2B5EF4-FFF2-40B4-BE49-F238E27FC236}">
                <a16:creationId xmlns:a16="http://schemas.microsoft.com/office/drawing/2014/main" id="{2D88F855-984E-09FD-D842-857A52C61D67}"/>
              </a:ext>
            </a:extLst>
          </p:cNvPr>
          <p:cNvGrpSpPr>
            <a:grpSpLocks noChangeAspect="1"/>
          </p:cNvGrpSpPr>
          <p:nvPr/>
        </p:nvGrpSpPr>
        <p:grpSpPr>
          <a:xfrm>
            <a:off x="838200" y="5240182"/>
            <a:ext cx="548640" cy="548640"/>
            <a:chOff x="1415845" y="1706233"/>
            <a:chExt cx="822960" cy="822960"/>
          </a:xfrm>
        </p:grpSpPr>
        <p:sp>
          <p:nvSpPr>
            <p:cNvPr id="16" name="Teardrop 15">
              <a:extLst>
                <a:ext uri="{FF2B5EF4-FFF2-40B4-BE49-F238E27FC236}">
                  <a16:creationId xmlns:a16="http://schemas.microsoft.com/office/drawing/2014/main" id="{DC0FDF4D-37CA-36F9-063B-91003A6ADB89}"/>
                </a:ext>
              </a:extLst>
            </p:cNvPr>
            <p:cNvSpPr>
              <a:spLocks noChangeAspect="1"/>
            </p:cNvSpPr>
            <p:nvPr/>
          </p:nvSpPr>
          <p:spPr>
            <a:xfrm>
              <a:off x="1415845" y="1706233"/>
              <a:ext cx="822960" cy="822960"/>
            </a:xfrm>
            <a:prstGeom prst="teardrop">
              <a:avLst/>
            </a:prstGeom>
            <a:solidFill>
              <a:srgbClr val="15136E"/>
            </a:solidFill>
            <a:ln>
              <a:noFill/>
            </a:ln>
            <a:effectLst>
              <a:outerShdw blurRad="190500" dist="1905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a:extLst>
                <a:ext uri="{FF2B5EF4-FFF2-40B4-BE49-F238E27FC236}">
                  <a16:creationId xmlns:a16="http://schemas.microsoft.com/office/drawing/2014/main" id="{C59C45D7-23C6-08B0-B4F8-8D9A2E147004}"/>
                </a:ext>
              </a:extLst>
            </p:cNvPr>
            <p:cNvSpPr/>
            <p:nvPr/>
          </p:nvSpPr>
          <p:spPr>
            <a:xfrm>
              <a:off x="1501077" y="1793899"/>
              <a:ext cx="652496" cy="652278"/>
            </a:xfrm>
            <a:custGeom>
              <a:avLst/>
              <a:gdLst>
                <a:gd name="connsiteX0" fmla="*/ 80374 w 80373"/>
                <a:gd name="connsiteY0" fmla="*/ 40173 h 80346"/>
                <a:gd name="connsiteX1" fmla="*/ 40187 w 80373"/>
                <a:gd name="connsiteY1" fmla="*/ 80346 h 80346"/>
                <a:gd name="connsiteX2" fmla="*/ 0 w 80373"/>
                <a:gd name="connsiteY2" fmla="*/ 40173 h 80346"/>
                <a:gd name="connsiteX3" fmla="*/ 40187 w 80373"/>
                <a:gd name="connsiteY3" fmla="*/ 0 h 80346"/>
                <a:gd name="connsiteX4" fmla="*/ 80374 w 80373"/>
                <a:gd name="connsiteY4" fmla="*/ 40173 h 80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3" h="80346">
                  <a:moveTo>
                    <a:pt x="80374" y="40173"/>
                  </a:moveTo>
                  <a:cubicBezTo>
                    <a:pt x="80374" y="62360"/>
                    <a:pt x="62382" y="80346"/>
                    <a:pt x="40187" y="80346"/>
                  </a:cubicBezTo>
                  <a:cubicBezTo>
                    <a:pt x="17992" y="80346"/>
                    <a:pt x="0" y="62360"/>
                    <a:pt x="0" y="40173"/>
                  </a:cubicBezTo>
                  <a:cubicBezTo>
                    <a:pt x="0" y="17986"/>
                    <a:pt x="17992" y="0"/>
                    <a:pt x="40187" y="0"/>
                  </a:cubicBezTo>
                  <a:cubicBezTo>
                    <a:pt x="62382" y="0"/>
                    <a:pt x="80374" y="17986"/>
                    <a:pt x="80374" y="40173"/>
                  </a:cubicBezTo>
                  <a:close/>
                </a:path>
              </a:pathLst>
            </a:custGeom>
            <a:solidFill>
              <a:srgbClr val="FFFFFF"/>
            </a:solidFill>
            <a:ln w="0" cap="flat">
              <a:noFill/>
              <a:prstDash val="solid"/>
              <a:miter/>
            </a:ln>
          </p:spPr>
          <p:txBody>
            <a:bodyPr rtlCol="0" anchor="ctr"/>
            <a:lstStyle/>
            <a:p>
              <a:pPr algn="ctr"/>
              <a:r>
                <a:rPr lang="en-US" b="1" dirty="0">
                  <a:solidFill>
                    <a:schemeClr val="bg2">
                      <a:lumMod val="25000"/>
                    </a:schemeClr>
                  </a:solidFill>
                </a:rPr>
                <a:t>4</a:t>
              </a:r>
            </a:p>
          </p:txBody>
        </p:sp>
      </p:grpSp>
      <p:sp>
        <p:nvSpPr>
          <p:cNvPr id="18" name="TextBox 17">
            <a:extLst>
              <a:ext uri="{FF2B5EF4-FFF2-40B4-BE49-F238E27FC236}">
                <a16:creationId xmlns:a16="http://schemas.microsoft.com/office/drawing/2014/main" id="{9ED7E5C7-13C7-2F43-18FF-DA5D1661012B}"/>
              </a:ext>
            </a:extLst>
          </p:cNvPr>
          <p:cNvSpPr txBox="1"/>
          <p:nvPr/>
        </p:nvSpPr>
        <p:spPr>
          <a:xfrm>
            <a:off x="1570662" y="5113677"/>
            <a:ext cx="3820321" cy="1024730"/>
          </a:xfrm>
          <a:prstGeom prst="rect">
            <a:avLst/>
          </a:prstGeom>
          <a:noFill/>
          <a:ln>
            <a:noFill/>
          </a:ln>
        </p:spPr>
        <p:txBody>
          <a:bodyPr wrap="square" anchor="t">
            <a:noAutofit/>
          </a:bodyPr>
          <a:lstStyle/>
          <a:p>
            <a:pPr>
              <a:spcAft>
                <a:spcPts val="600"/>
              </a:spcAft>
            </a:pPr>
            <a:r>
              <a:rPr lang="en-US" sz="1100" b="1" dirty="0"/>
              <a:t>Audio Characteristics – Loudness, Valence, </a:t>
            </a:r>
            <a:r>
              <a:rPr lang="en-US" sz="1100" b="1" dirty="0" err="1"/>
              <a:t>Acousticness</a:t>
            </a:r>
            <a:endParaRPr lang="en-US" sz="1000" dirty="0"/>
          </a:p>
          <a:p>
            <a:pPr>
              <a:spcAft>
                <a:spcPts val="600"/>
              </a:spcAft>
            </a:pPr>
            <a:r>
              <a:rPr lang="en-US" sz="1000" dirty="0"/>
              <a:t>Higher Loudness decreases hit probability, suggesting overly loud mixes may underperform. Valence and </a:t>
            </a:r>
            <a:r>
              <a:rPr lang="en-US" sz="1000" dirty="0" err="1"/>
              <a:t>Acousticness</a:t>
            </a:r>
            <a:r>
              <a:rPr lang="en-US" sz="1000" dirty="0"/>
              <a:t> increase hit likelihood, reflecting listener preference for tracks with balance, warmth, or emotional positivity.</a:t>
            </a:r>
          </a:p>
        </p:txBody>
      </p:sp>
      <p:graphicFrame>
        <p:nvGraphicFramePr>
          <p:cNvPr id="19" name="Table 18">
            <a:extLst>
              <a:ext uri="{FF2B5EF4-FFF2-40B4-BE49-F238E27FC236}">
                <a16:creationId xmlns:a16="http://schemas.microsoft.com/office/drawing/2014/main" id="{F4BCA8BA-EF29-414F-0AAE-035D58945D00}"/>
              </a:ext>
            </a:extLst>
          </p:cNvPr>
          <p:cNvGraphicFramePr>
            <a:graphicFrameLocks noGrp="1"/>
          </p:cNvGraphicFramePr>
          <p:nvPr>
            <p:extLst>
              <p:ext uri="{D42A27DB-BD31-4B8C-83A1-F6EECF244321}">
                <p14:modId xmlns:p14="http://schemas.microsoft.com/office/powerpoint/2010/main" val="108247361"/>
              </p:ext>
            </p:extLst>
          </p:nvPr>
        </p:nvGraphicFramePr>
        <p:xfrm>
          <a:off x="6028030" y="1466434"/>
          <a:ext cx="5903602" cy="3108960"/>
        </p:xfrm>
        <a:graphic>
          <a:graphicData uri="http://schemas.openxmlformats.org/drawingml/2006/table">
            <a:tbl>
              <a:tblPr firstRow="1" bandRow="1">
                <a:noFill/>
                <a:tableStyleId>{5C22544A-7EE6-4342-B048-85BDC9FD1C3A}</a:tableStyleId>
              </a:tblPr>
              <a:tblGrid>
                <a:gridCol w="3817774">
                  <a:extLst>
                    <a:ext uri="{9D8B030D-6E8A-4147-A177-3AD203B41FA5}">
                      <a16:colId xmlns:a16="http://schemas.microsoft.com/office/drawing/2014/main" val="1380022016"/>
                    </a:ext>
                  </a:extLst>
                </a:gridCol>
                <a:gridCol w="2085828">
                  <a:extLst>
                    <a:ext uri="{9D8B030D-6E8A-4147-A177-3AD203B41FA5}">
                      <a16:colId xmlns:a16="http://schemas.microsoft.com/office/drawing/2014/main" val="3912602681"/>
                    </a:ext>
                  </a:extLst>
                </a:gridCol>
              </a:tblGrid>
              <a:tr h="365760">
                <a:tc>
                  <a:txBody>
                    <a:bodyPr/>
                    <a:lstStyle/>
                    <a:p>
                      <a:pPr algn="ctr" fontAlgn="ctr"/>
                      <a:r>
                        <a:rPr lang="en-US" sz="1100" b="1" i="0" u="none" strike="noStrike" cap="none" spc="0" dirty="0">
                          <a:solidFill>
                            <a:schemeClr val="tx1"/>
                          </a:solidFill>
                          <a:effectLst/>
                          <a:latin typeface="+mn-lt"/>
                        </a:rPr>
                        <a:t>Statistically Significant Predictors</a:t>
                      </a:r>
                    </a:p>
                  </a:txBody>
                  <a:tcPr anchor="ctr">
                    <a:lnL w="12700" cmpd="sng">
                      <a:noFill/>
                    </a:lnL>
                    <a:lnR w="12700" cmpd="sng">
                      <a:noFill/>
                    </a:lnR>
                    <a:lnT w="9525" cap="flat" cmpd="sng" algn="ctr">
                      <a:noFill/>
                      <a:prstDash val="solid"/>
                    </a:lnT>
                    <a:lnB w="38100" cmpd="sng">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1" i="0" u="none" strike="noStrike" cap="none" spc="0" dirty="0">
                          <a:solidFill>
                            <a:schemeClr val="tx1"/>
                          </a:solidFill>
                          <a:effectLst/>
                          <a:latin typeface="+mn-lt"/>
                        </a:rPr>
                        <a:t>Effect on HIT</a:t>
                      </a:r>
                    </a:p>
                  </a:txBody>
                  <a:tcPr anchor="ctr">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744440095"/>
                  </a:ext>
                </a:extLst>
              </a:tr>
              <a:tr h="4572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Debut Rank</a:t>
                      </a:r>
                    </a:p>
                  </a:txBody>
                  <a:tcPr anchor="ctr">
                    <a:lnL w="12700" cap="flat" cmpd="sng" algn="ctr">
                      <a:solidFill>
                        <a:schemeClr val="bg2">
                          <a:lumMod val="25000"/>
                        </a:schemeClr>
                      </a:solidFill>
                      <a:prstDash val="solid"/>
                      <a:round/>
                      <a:headEnd type="none" w="med" len="med"/>
                      <a:tailEnd type="none" w="med" len="med"/>
                    </a:lnL>
                    <a:lnR w="12700" cmpd="sng">
                      <a:noFill/>
                      <a:prstDash val="solid"/>
                    </a:lnR>
                    <a:lnT w="38100" cmpd="sng">
                      <a:noFill/>
                    </a:lnT>
                    <a:lnB w="9525" cap="flat" cmpd="sng" algn="ctr">
                      <a:noFill/>
                      <a:prstDash val="solid"/>
                    </a:lnB>
                    <a:solidFill>
                      <a:schemeClr val="accent6">
                        <a:lumMod val="75000"/>
                        <a:alpha val="4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Negative ~47% </a:t>
                      </a:r>
                      <a:r>
                        <a:rPr lang="en-US" sz="2000" b="1" i="0" u="none" strike="noStrike" dirty="0">
                          <a:solidFill>
                            <a:srgbClr val="FF0000"/>
                          </a:solidFill>
                          <a:effectLst/>
                          <a:latin typeface="+mn-lt"/>
                        </a:rPr>
                        <a:t>↓</a:t>
                      </a:r>
                      <a:endParaRPr lang="en-US" sz="1100" b="1" i="0" u="none" strike="noStrike" dirty="0">
                        <a:solidFill>
                          <a:srgbClr val="FF0000"/>
                        </a:solidFill>
                        <a:effectLst/>
                        <a:latin typeface="+mn-lt"/>
                      </a:endParaRPr>
                    </a:p>
                  </a:txBody>
                  <a:tcPr anchor="ctr">
                    <a:lnL w="12700" cmpd="sng">
                      <a:noFill/>
                      <a:prstDash val="solid"/>
                    </a:lnL>
                    <a:lnR w="12700" cmpd="sng">
                      <a:noFill/>
                      <a:prstDash val="solid"/>
                    </a:lnR>
                    <a:lnT w="38100" cmpd="sng">
                      <a:noFill/>
                    </a:lnT>
                    <a:lnB w="9525" cap="flat" cmpd="sng" algn="ctr">
                      <a:noFill/>
                      <a:prstDash val="solid"/>
                    </a:lnB>
                    <a:solidFill>
                      <a:schemeClr val="accent6">
                        <a:lumMod val="75000"/>
                        <a:alpha val="40000"/>
                      </a:schemeClr>
                    </a:solidFill>
                  </a:tcPr>
                </a:tc>
                <a:extLst>
                  <a:ext uri="{0D108BD9-81ED-4DB2-BD59-A6C34878D82A}">
                    <a16:rowId xmlns:a16="http://schemas.microsoft.com/office/drawing/2014/main" val="2626750150"/>
                  </a:ext>
                </a:extLst>
              </a:tr>
              <a:tr h="4572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Spotify Popularity, Playlist Presence</a:t>
                      </a:r>
                    </a:p>
                  </a:txBody>
                  <a:tcPr anchor="ctr">
                    <a:lnL w="12700" cap="flat" cmpd="sng" algn="ctr">
                      <a:solidFill>
                        <a:schemeClr val="bg2">
                          <a:lumMod val="25000"/>
                        </a:schemeClr>
                      </a:solidFill>
                      <a:prstDash val="solid"/>
                      <a:round/>
                      <a:headEnd type="none" w="med" len="med"/>
                      <a:tailEnd type="none" w="med" len="med"/>
                    </a:lnL>
                    <a:lnR w="12700" cmpd="sng">
                      <a:noFill/>
                      <a:prstDash val="solid"/>
                    </a:lnR>
                    <a:lnT w="38100" cmpd="sng">
                      <a:noFill/>
                    </a:lnT>
                    <a:lnB w="9525" cap="flat" cmpd="sng" algn="ctr">
                      <a:noFill/>
                      <a:prstDash val="solid"/>
                    </a:lnB>
                    <a:solidFill>
                      <a:schemeClr val="accent6">
                        <a:alpha val="4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Strong positive ~2x and 3x</a:t>
                      </a:r>
                      <a:r>
                        <a:rPr lang="en-US" sz="2000" b="0" i="0" u="none" strike="noStrike" dirty="0">
                          <a:solidFill>
                            <a:srgbClr val="000000"/>
                          </a:solidFill>
                          <a:effectLst/>
                          <a:latin typeface="+mn-lt"/>
                        </a:rPr>
                        <a:t> </a:t>
                      </a:r>
                      <a:r>
                        <a:rPr lang="en-US" sz="2000" b="1" i="0" u="none" strike="noStrike" dirty="0">
                          <a:solidFill>
                            <a:srgbClr val="00B050"/>
                          </a:solidFill>
                          <a:effectLst/>
                          <a:latin typeface="+mn-lt"/>
                        </a:rPr>
                        <a:t>↑</a:t>
                      </a:r>
                    </a:p>
                  </a:txBody>
                  <a:tcPr anchor="ctr">
                    <a:lnL w="12700" cmpd="sng">
                      <a:noFill/>
                      <a:prstDash val="solid"/>
                    </a:lnL>
                    <a:lnR w="12700" cmpd="sng">
                      <a:noFill/>
                      <a:prstDash val="solid"/>
                    </a:lnR>
                    <a:lnT w="38100" cmpd="sng">
                      <a:noFill/>
                    </a:lnT>
                    <a:lnB w="9525" cap="flat" cmpd="sng" algn="ctr">
                      <a:noFill/>
                      <a:prstDash val="solid"/>
                    </a:lnB>
                    <a:solidFill>
                      <a:schemeClr val="accent6">
                        <a:alpha val="40000"/>
                      </a:schemeClr>
                    </a:solidFill>
                  </a:tcPr>
                </a:tc>
                <a:extLst>
                  <a:ext uri="{0D108BD9-81ED-4DB2-BD59-A6C34878D82A}">
                    <a16:rowId xmlns:a16="http://schemas.microsoft.com/office/drawing/2014/main" val="1382399421"/>
                  </a:ext>
                </a:extLst>
              </a:tr>
              <a:tr h="4572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Country and Hip-Hop genres combined with </a:t>
                      </a:r>
                      <a:r>
                        <a:rPr lang="en-US" sz="1100" b="0" i="0" u="none" strike="noStrike" dirty="0" err="1">
                          <a:solidFill>
                            <a:srgbClr val="000000"/>
                          </a:solidFill>
                          <a:effectLst/>
                          <a:latin typeface="+mn-lt"/>
                        </a:rPr>
                        <a:t>Speechiness</a:t>
                      </a:r>
                      <a:endParaRPr lang="en-US" sz="1100" b="0" i="0" u="none" strike="noStrike" dirty="0">
                        <a:solidFill>
                          <a:srgbClr val="000000"/>
                        </a:solidFill>
                        <a:effectLst/>
                        <a:latin typeface="+mn-lt"/>
                      </a:endParaRPr>
                    </a:p>
                  </a:txBody>
                  <a:tcPr anchor="ctr">
                    <a:lnL w="12700" cap="flat" cmpd="sng" algn="ctr">
                      <a:solidFill>
                        <a:schemeClr val="bg2">
                          <a:lumMod val="25000"/>
                        </a:schemeClr>
                      </a:solidFill>
                      <a:prstDash val="solid"/>
                      <a:round/>
                      <a:headEnd type="none" w="med" len="med"/>
                      <a:tailEnd type="none" w="med" len="med"/>
                    </a:lnL>
                    <a:lnR w="12700" cmpd="sng">
                      <a:noFill/>
                      <a:prstDash val="solid"/>
                    </a:lnR>
                    <a:lnT w="38100" cmpd="sng">
                      <a:noFill/>
                    </a:lnT>
                    <a:lnB w="9525" cap="flat" cmpd="sng" algn="ctr">
                      <a:noFill/>
                      <a:prstDash val="solid"/>
                    </a:lnB>
                    <a:solidFill>
                      <a:schemeClr val="accent6">
                        <a:lumMod val="60000"/>
                        <a:lumOff val="40000"/>
                        <a:alpha val="4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Negative ~80%, 62%, 15% </a:t>
                      </a:r>
                      <a:r>
                        <a:rPr lang="en-US" sz="2000" b="1" i="0" u="none" strike="noStrike" dirty="0">
                          <a:solidFill>
                            <a:srgbClr val="FF0000"/>
                          </a:solidFill>
                          <a:effectLst/>
                          <a:latin typeface="+mn-lt"/>
                        </a:rPr>
                        <a:t>↓</a:t>
                      </a:r>
                      <a:endParaRPr lang="en-US" sz="2000" b="0" i="0" u="none" strike="noStrike" dirty="0">
                        <a:solidFill>
                          <a:srgbClr val="000000"/>
                        </a:solidFill>
                        <a:effectLst/>
                        <a:latin typeface="+mn-lt"/>
                      </a:endParaRPr>
                    </a:p>
                  </a:txBody>
                  <a:tcPr anchor="ctr">
                    <a:lnL w="12700" cmpd="sng">
                      <a:noFill/>
                      <a:prstDash val="solid"/>
                    </a:lnL>
                    <a:lnR w="12700" cmpd="sng">
                      <a:noFill/>
                      <a:prstDash val="solid"/>
                    </a:lnR>
                    <a:lnT w="38100" cmpd="sng">
                      <a:noFill/>
                    </a:lnT>
                    <a:lnB w="9525" cap="flat" cmpd="sng" algn="ctr">
                      <a:noFill/>
                      <a:prstDash val="solid"/>
                    </a:lnB>
                    <a:solidFill>
                      <a:schemeClr val="accent6">
                        <a:lumMod val="60000"/>
                        <a:lumOff val="40000"/>
                        <a:alpha val="40000"/>
                      </a:schemeClr>
                    </a:solidFill>
                  </a:tcPr>
                </a:tc>
                <a:extLst>
                  <a:ext uri="{0D108BD9-81ED-4DB2-BD59-A6C34878D82A}">
                    <a16:rowId xmlns:a16="http://schemas.microsoft.com/office/drawing/2014/main" val="2195044823"/>
                  </a:ext>
                </a:extLst>
              </a:tr>
              <a:tr h="4572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Pop and </a:t>
                      </a:r>
                      <a:r>
                        <a:rPr lang="en-US" sz="1100" dirty="0"/>
                        <a:t>EDM/Electronic</a:t>
                      </a:r>
                      <a:endParaRPr lang="en-US" sz="1100" b="0" i="0" u="none" strike="noStrike" dirty="0">
                        <a:solidFill>
                          <a:srgbClr val="000000"/>
                        </a:solidFill>
                        <a:effectLst/>
                        <a:latin typeface="+mn-lt"/>
                      </a:endParaRPr>
                    </a:p>
                  </a:txBody>
                  <a:tcPr anchor="ctr">
                    <a:lnL w="12700" cap="flat" cmpd="sng" algn="ctr">
                      <a:solidFill>
                        <a:schemeClr val="bg2">
                          <a:lumMod val="25000"/>
                        </a:schemeClr>
                      </a:solidFill>
                      <a:prstDash val="solid"/>
                      <a:round/>
                      <a:headEnd type="none" w="med" len="med"/>
                      <a:tailEnd type="none" w="med" len="med"/>
                    </a:lnL>
                    <a:lnR w="12700" cmpd="sng">
                      <a:noFill/>
                      <a:prstDash val="solid"/>
                    </a:lnR>
                    <a:lnT w="38100" cmpd="sng">
                      <a:noFill/>
                    </a:lnT>
                    <a:lnB w="9525" cap="flat" cmpd="sng" algn="ctr">
                      <a:noFill/>
                      <a:prstDash val="solid"/>
                    </a:lnB>
                    <a:solidFill>
                      <a:schemeClr val="accent6">
                        <a:lumMod val="40000"/>
                        <a:lumOff val="60000"/>
                        <a:alpha val="4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Positive ~30% and 68% </a:t>
                      </a:r>
                      <a:r>
                        <a:rPr lang="en-US" sz="2000" b="1" i="0" u="none" strike="noStrike" dirty="0">
                          <a:solidFill>
                            <a:srgbClr val="00B050"/>
                          </a:solidFill>
                          <a:effectLst/>
                          <a:latin typeface="+mn-lt"/>
                        </a:rPr>
                        <a:t>↑</a:t>
                      </a:r>
                    </a:p>
                  </a:txBody>
                  <a:tcPr anchor="ctr">
                    <a:lnL w="12700" cmpd="sng">
                      <a:noFill/>
                      <a:prstDash val="solid"/>
                    </a:lnL>
                    <a:lnR w="12700" cmpd="sng">
                      <a:noFill/>
                      <a:prstDash val="solid"/>
                    </a:lnR>
                    <a:lnT w="38100" cmpd="sng">
                      <a:noFill/>
                    </a:lnT>
                    <a:lnB w="9525" cap="flat" cmpd="sng" algn="ctr">
                      <a:noFill/>
                      <a:prstDash val="solid"/>
                    </a:lnB>
                    <a:solidFill>
                      <a:schemeClr val="accent6">
                        <a:lumMod val="40000"/>
                        <a:lumOff val="60000"/>
                        <a:alpha val="40000"/>
                      </a:schemeClr>
                    </a:solidFill>
                  </a:tcPr>
                </a:tc>
                <a:extLst>
                  <a:ext uri="{0D108BD9-81ED-4DB2-BD59-A6C34878D82A}">
                    <a16:rowId xmlns:a16="http://schemas.microsoft.com/office/drawing/2014/main" val="4167678081"/>
                  </a:ext>
                </a:extLst>
              </a:tr>
              <a:tr h="4572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Loudness</a:t>
                      </a:r>
                    </a:p>
                  </a:txBody>
                  <a:tcPr anchor="ctr">
                    <a:lnL w="12700" cap="flat" cmpd="sng" algn="ctr">
                      <a:solidFill>
                        <a:schemeClr val="bg2">
                          <a:lumMod val="25000"/>
                        </a:schemeClr>
                      </a:solidFill>
                      <a:prstDash val="solid"/>
                      <a:round/>
                      <a:headEnd type="none" w="med" len="med"/>
                      <a:tailEnd type="none" w="med" len="med"/>
                    </a:lnL>
                    <a:lnR w="12700" cmpd="sng">
                      <a:noFill/>
                      <a:prstDash val="solid"/>
                    </a:lnR>
                    <a:lnT w="38100" cmpd="sng">
                      <a:noFill/>
                    </a:lnT>
                    <a:lnB w="9525" cap="flat" cmpd="sng" algn="ctr">
                      <a:noFill/>
                      <a:prstDash val="solid"/>
                    </a:lnB>
                    <a:solidFill>
                      <a:schemeClr val="accent6">
                        <a:lumMod val="20000"/>
                        <a:lumOff val="80000"/>
                        <a:alpha val="40000"/>
                      </a:scheme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Negative ~80% </a:t>
                      </a:r>
                      <a:r>
                        <a:rPr lang="en-US" sz="2000" b="1" i="0" u="none" strike="noStrike" dirty="0">
                          <a:solidFill>
                            <a:srgbClr val="FF0000"/>
                          </a:solidFill>
                          <a:effectLst/>
                          <a:latin typeface="+mn-lt"/>
                        </a:rPr>
                        <a:t>↓</a:t>
                      </a:r>
                      <a:endParaRPr lang="en-US" sz="2000" b="0" i="0" u="none" strike="noStrike" dirty="0">
                        <a:solidFill>
                          <a:srgbClr val="000000"/>
                        </a:solidFill>
                        <a:effectLst/>
                        <a:latin typeface="+mn-lt"/>
                      </a:endParaRPr>
                    </a:p>
                  </a:txBody>
                  <a:tcPr anchor="ctr">
                    <a:lnL w="12700" cmpd="sng">
                      <a:noFill/>
                      <a:prstDash val="solid"/>
                    </a:lnL>
                    <a:lnR w="12700" cmpd="sng">
                      <a:noFill/>
                      <a:prstDash val="solid"/>
                    </a:lnR>
                    <a:lnT w="38100" cmpd="sng">
                      <a:noFill/>
                    </a:lnT>
                    <a:lnB w="9525" cap="flat" cmpd="sng" algn="ctr">
                      <a:noFill/>
                      <a:prstDash val="solid"/>
                    </a:lnB>
                    <a:solidFill>
                      <a:schemeClr val="accent6">
                        <a:lumMod val="20000"/>
                        <a:lumOff val="80000"/>
                        <a:alpha val="40000"/>
                      </a:schemeClr>
                    </a:solidFill>
                  </a:tcPr>
                </a:tc>
                <a:extLst>
                  <a:ext uri="{0D108BD9-81ED-4DB2-BD59-A6C34878D82A}">
                    <a16:rowId xmlns:a16="http://schemas.microsoft.com/office/drawing/2014/main" val="3779784975"/>
                  </a:ext>
                </a:extLst>
              </a:tr>
              <a:tr h="457200">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Valence and </a:t>
                      </a:r>
                      <a:r>
                        <a:rPr lang="en-US" sz="1100" b="0" i="0" u="none" strike="noStrike" dirty="0" err="1">
                          <a:solidFill>
                            <a:srgbClr val="000000"/>
                          </a:solidFill>
                          <a:effectLst/>
                          <a:latin typeface="+mn-lt"/>
                        </a:rPr>
                        <a:t>Acousticness</a:t>
                      </a:r>
                      <a:endParaRPr lang="en-US" sz="1100" b="0" i="0" u="none" strike="noStrike" dirty="0">
                        <a:solidFill>
                          <a:srgbClr val="000000"/>
                        </a:solidFill>
                        <a:effectLst/>
                        <a:latin typeface="+mn-lt"/>
                      </a:endParaRPr>
                    </a:p>
                  </a:txBody>
                  <a:tcPr anchor="ctr">
                    <a:lnL w="12700" cap="flat" cmpd="sng" algn="ctr">
                      <a:solidFill>
                        <a:schemeClr val="bg2">
                          <a:lumMod val="25000"/>
                        </a:schemeClr>
                      </a:solidFill>
                      <a:prstDash val="solid"/>
                      <a:round/>
                      <a:headEnd type="none" w="med" len="med"/>
                      <a:tailEnd type="none" w="med" len="med"/>
                    </a:lnL>
                    <a:lnR w="12700" cmpd="sng">
                      <a:noFill/>
                      <a:prstDash val="solid"/>
                    </a:lnR>
                    <a:lnT w="38100" cmpd="sng">
                      <a:noFill/>
                    </a:lnT>
                    <a:lnB w="9525" cap="flat" cmpd="sng" algn="ctr">
                      <a:noFill/>
                      <a:prstDash val="solid"/>
                    </a:lnB>
                    <a:solidFill>
                      <a:srgbClr val="EDF2FB">
                        <a:alpha val="40000"/>
                      </a:srgb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Positive ~60% and 26% </a:t>
                      </a:r>
                      <a:r>
                        <a:rPr lang="en-US" sz="2000" b="1" i="0" u="none" strike="noStrike" dirty="0">
                          <a:solidFill>
                            <a:srgbClr val="00B050"/>
                          </a:solidFill>
                          <a:effectLst/>
                          <a:latin typeface="+mn-lt"/>
                        </a:rPr>
                        <a:t>↑</a:t>
                      </a:r>
                      <a:endParaRPr lang="en-US" sz="2000" b="0" i="0" u="none" strike="noStrike" dirty="0">
                        <a:solidFill>
                          <a:srgbClr val="000000"/>
                        </a:solidFill>
                        <a:effectLst/>
                        <a:latin typeface="+mn-lt"/>
                      </a:endParaRPr>
                    </a:p>
                  </a:txBody>
                  <a:tcPr anchor="ctr">
                    <a:lnL w="12700" cmpd="sng">
                      <a:noFill/>
                      <a:prstDash val="solid"/>
                    </a:lnL>
                    <a:lnR w="12700" cmpd="sng">
                      <a:noFill/>
                      <a:prstDash val="solid"/>
                    </a:lnR>
                    <a:lnT w="38100" cmpd="sng">
                      <a:noFill/>
                    </a:lnT>
                    <a:lnB w="9525" cap="flat" cmpd="sng" algn="ctr">
                      <a:noFill/>
                      <a:prstDash val="solid"/>
                    </a:lnB>
                    <a:solidFill>
                      <a:srgbClr val="EDF2FB">
                        <a:alpha val="40000"/>
                      </a:srgbClr>
                    </a:solidFill>
                  </a:tcPr>
                </a:tc>
                <a:extLst>
                  <a:ext uri="{0D108BD9-81ED-4DB2-BD59-A6C34878D82A}">
                    <a16:rowId xmlns:a16="http://schemas.microsoft.com/office/drawing/2014/main" val="3035496858"/>
                  </a:ext>
                </a:extLst>
              </a:tr>
            </a:tbl>
          </a:graphicData>
        </a:graphic>
      </p:graphicFrame>
      <p:sp>
        <p:nvSpPr>
          <p:cNvPr id="20" name="Round Diagonal Corner Rectangle 19">
            <a:extLst>
              <a:ext uri="{FF2B5EF4-FFF2-40B4-BE49-F238E27FC236}">
                <a16:creationId xmlns:a16="http://schemas.microsoft.com/office/drawing/2014/main" id="{8678E140-F718-6A6A-AA38-73E717F02F06}"/>
              </a:ext>
            </a:extLst>
          </p:cNvPr>
          <p:cNvSpPr/>
          <p:nvPr/>
        </p:nvSpPr>
        <p:spPr>
          <a:xfrm>
            <a:off x="6028030" y="4863700"/>
            <a:ext cx="5903602" cy="1524684"/>
          </a:xfrm>
          <a:prstGeom prst="round2DiagRect">
            <a:avLst/>
          </a:prstGeom>
          <a:solidFill>
            <a:srgbClr val="15136E">
              <a:alpha val="29804"/>
            </a:srgb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spcAft>
                <a:spcPts val="600"/>
              </a:spcAft>
              <a:buFont typeface="Arial" panose="020B0604020202020204" pitchFamily="34" charset="0"/>
              <a:buChar char="•"/>
            </a:pPr>
            <a:r>
              <a:rPr lang="en-US" sz="1000" b="1" dirty="0">
                <a:solidFill>
                  <a:schemeClr val="tx1"/>
                </a:solidFill>
              </a:rPr>
              <a:t>Post-production: </a:t>
            </a:r>
            <a:r>
              <a:rPr lang="en-US" sz="1000" dirty="0">
                <a:solidFill>
                  <a:schemeClr val="tx1"/>
                </a:solidFill>
              </a:rPr>
              <a:t>Early chart metrics along with streaming platform exposure and popularity are strong indicators of post-release success signal. They should inform marketing spend and strategy.</a:t>
            </a:r>
          </a:p>
          <a:p>
            <a:pPr marL="171450" indent="-171450">
              <a:spcAft>
                <a:spcPts val="600"/>
              </a:spcAft>
              <a:buFont typeface="Arial" panose="020B0604020202020204" pitchFamily="34" charset="0"/>
              <a:buChar char="•"/>
            </a:pPr>
            <a:r>
              <a:rPr lang="en-US" sz="1000" b="1" dirty="0">
                <a:solidFill>
                  <a:schemeClr val="tx1"/>
                </a:solidFill>
              </a:rPr>
              <a:t>Pre-production: </a:t>
            </a:r>
            <a:r>
              <a:rPr lang="en-US" sz="1000" dirty="0">
                <a:solidFill>
                  <a:schemeClr val="tx1"/>
                </a:solidFill>
              </a:rPr>
              <a:t>Songs with positive emotional tone (Valence) and richer acoustic profiles tend to perform better. Despite the recent production momentum in Hip-Hop/Rap, they are much less likely to produce hits, while Pop and EDM/Electronic remain reliable mainstream choices.</a:t>
            </a:r>
          </a:p>
        </p:txBody>
      </p:sp>
      <p:sp>
        <p:nvSpPr>
          <p:cNvPr id="21" name="Rectangle 20">
            <a:hlinkClick r:id="rId3" action="ppaction://hlinksldjump"/>
            <a:extLst>
              <a:ext uri="{FF2B5EF4-FFF2-40B4-BE49-F238E27FC236}">
                <a16:creationId xmlns:a16="http://schemas.microsoft.com/office/drawing/2014/main" id="{27FBC8EF-9E08-03C6-1258-8104595E86F2}"/>
              </a:ext>
            </a:extLst>
          </p:cNvPr>
          <p:cNvSpPr/>
          <p:nvPr/>
        </p:nvSpPr>
        <p:spPr>
          <a:xfrm>
            <a:off x="5857808" y="1278538"/>
            <a:ext cx="6244046" cy="34410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9878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F75A-2446-5903-6AEF-567FCBFA33D1}"/>
              </a:ext>
            </a:extLst>
          </p:cNvPr>
          <p:cNvSpPr>
            <a:spLocks noGrp="1"/>
          </p:cNvSpPr>
          <p:nvPr>
            <p:ph type="title"/>
          </p:nvPr>
        </p:nvSpPr>
        <p:spPr/>
        <p:txBody>
          <a:bodyPr/>
          <a:lstStyle/>
          <a:p>
            <a:r>
              <a:rPr lang="en-US" dirty="0"/>
              <a:t>Reflections</a:t>
            </a:r>
          </a:p>
        </p:txBody>
      </p:sp>
      <p:grpSp>
        <p:nvGrpSpPr>
          <p:cNvPr id="23" name="Group 22">
            <a:extLst>
              <a:ext uri="{FF2B5EF4-FFF2-40B4-BE49-F238E27FC236}">
                <a16:creationId xmlns:a16="http://schemas.microsoft.com/office/drawing/2014/main" id="{BE457849-9651-0974-793C-65650577F93D}"/>
              </a:ext>
            </a:extLst>
          </p:cNvPr>
          <p:cNvGrpSpPr/>
          <p:nvPr/>
        </p:nvGrpSpPr>
        <p:grpSpPr>
          <a:xfrm>
            <a:off x="2053528" y="3534823"/>
            <a:ext cx="2255775" cy="2484848"/>
            <a:chOff x="937839" y="4048719"/>
            <a:chExt cx="2255775" cy="2484848"/>
          </a:xfrm>
        </p:grpSpPr>
        <p:sp>
          <p:nvSpPr>
            <p:cNvPr id="24" name="Rectangle 23">
              <a:extLst>
                <a:ext uri="{FF2B5EF4-FFF2-40B4-BE49-F238E27FC236}">
                  <a16:creationId xmlns:a16="http://schemas.microsoft.com/office/drawing/2014/main" id="{1F20E2B2-00B2-A61C-BA16-A457F4671D39}"/>
                </a:ext>
              </a:extLst>
            </p:cNvPr>
            <p:cNvSpPr/>
            <p:nvPr/>
          </p:nvSpPr>
          <p:spPr>
            <a:xfrm>
              <a:off x="937839" y="4430447"/>
              <a:ext cx="2255775" cy="2103120"/>
            </a:xfrm>
            <a:prstGeom prst="rect">
              <a:avLst/>
            </a:prstGeom>
          </p:spPr>
          <p:txBody>
            <a:bodyPr wrap="square">
              <a:noAutofit/>
            </a:bodyPr>
            <a:lstStyle/>
            <a:p>
              <a:pPr>
                <a:spcAft>
                  <a:spcPts val="600"/>
                </a:spcAft>
              </a:pPr>
              <a:r>
                <a:rPr lang="en-US" sz="1000" b="1" dirty="0"/>
                <a:t>Extreme Loudness Hurts Hit Probability: </a:t>
              </a:r>
              <a:r>
                <a:rPr lang="en-US" sz="1000" dirty="0"/>
                <a:t>Contrary to what might seems intuitive.</a:t>
              </a:r>
            </a:p>
            <a:p>
              <a:pPr>
                <a:spcAft>
                  <a:spcPts val="600"/>
                </a:spcAft>
              </a:pPr>
              <a:r>
                <a:rPr lang="en-US" sz="1000" b="1" dirty="0"/>
                <a:t>Hip-Hop/Rap Momentum ≠ Hit Probability: </a:t>
              </a:r>
              <a:r>
                <a:rPr lang="en-US" sz="1000" dirty="0"/>
                <a:t>The production momentum has not quite translated into mainstream acceptance.</a:t>
              </a:r>
            </a:p>
            <a:p>
              <a:pPr>
                <a:spcAft>
                  <a:spcPts val="600"/>
                </a:spcAft>
              </a:pPr>
              <a:r>
                <a:rPr lang="en-US" sz="1000" b="1" dirty="0"/>
                <a:t>Social Buzz Matters Less: </a:t>
              </a:r>
              <a:r>
                <a:rPr lang="en-US" sz="1000" dirty="0"/>
                <a:t>Indicates that music attributes and early chart signals outweigh hype.</a:t>
              </a:r>
              <a:endParaRPr lang="en-US" sz="1000" i="0" dirty="0">
                <a:solidFill>
                  <a:schemeClr val="tx1">
                    <a:lumMod val="75000"/>
                    <a:lumOff val="25000"/>
                  </a:schemeClr>
                </a:solidFill>
                <a:effectLst/>
                <a:ea typeface="Roboto Light" panose="02000000000000000000" pitchFamily="2" charset="0"/>
              </a:endParaRPr>
            </a:p>
          </p:txBody>
        </p:sp>
        <p:sp>
          <p:nvSpPr>
            <p:cNvPr id="25" name="Rectangle 24">
              <a:extLst>
                <a:ext uri="{FF2B5EF4-FFF2-40B4-BE49-F238E27FC236}">
                  <a16:creationId xmlns:a16="http://schemas.microsoft.com/office/drawing/2014/main" id="{0CA0915B-E15A-BAB7-36F6-1444E1ECFF9A}"/>
                </a:ext>
              </a:extLst>
            </p:cNvPr>
            <p:cNvSpPr/>
            <p:nvPr/>
          </p:nvSpPr>
          <p:spPr>
            <a:xfrm>
              <a:off x="937839" y="4048719"/>
              <a:ext cx="2255775" cy="276999"/>
            </a:xfrm>
            <a:prstGeom prst="rect">
              <a:avLst/>
            </a:prstGeom>
          </p:spPr>
          <p:txBody>
            <a:bodyPr wrap="square">
              <a:spAutoFit/>
            </a:bodyPr>
            <a:lstStyle/>
            <a:p>
              <a:r>
                <a:rPr lang="en-US" sz="1200" b="1" dirty="0">
                  <a:solidFill>
                    <a:schemeClr val="accent6"/>
                  </a:solidFill>
                </a:rPr>
                <a:t>Top Interesting Findings</a:t>
              </a:r>
              <a:endParaRPr lang="en-US" sz="1200" dirty="0">
                <a:solidFill>
                  <a:schemeClr val="accent6"/>
                </a:solidFill>
                <a:ea typeface="Roboto" pitchFamily="2" charset="0"/>
              </a:endParaRPr>
            </a:p>
          </p:txBody>
        </p:sp>
      </p:grpSp>
      <p:grpSp>
        <p:nvGrpSpPr>
          <p:cNvPr id="26" name="Group 25">
            <a:extLst>
              <a:ext uri="{FF2B5EF4-FFF2-40B4-BE49-F238E27FC236}">
                <a16:creationId xmlns:a16="http://schemas.microsoft.com/office/drawing/2014/main" id="{540BCD37-A62A-20EB-001C-C2E3F951446C}"/>
              </a:ext>
            </a:extLst>
          </p:cNvPr>
          <p:cNvGrpSpPr/>
          <p:nvPr/>
        </p:nvGrpSpPr>
        <p:grpSpPr>
          <a:xfrm>
            <a:off x="5044440" y="3541652"/>
            <a:ext cx="2103120" cy="2478019"/>
            <a:chOff x="3239661" y="4039560"/>
            <a:chExt cx="2103120" cy="2478019"/>
          </a:xfrm>
        </p:grpSpPr>
        <p:sp>
          <p:nvSpPr>
            <p:cNvPr id="27" name="Rectangle 26">
              <a:extLst>
                <a:ext uri="{FF2B5EF4-FFF2-40B4-BE49-F238E27FC236}">
                  <a16:creationId xmlns:a16="http://schemas.microsoft.com/office/drawing/2014/main" id="{E97A1278-C69E-2226-211E-DFAB96D1D9C0}"/>
                </a:ext>
              </a:extLst>
            </p:cNvPr>
            <p:cNvSpPr/>
            <p:nvPr/>
          </p:nvSpPr>
          <p:spPr>
            <a:xfrm>
              <a:off x="3239661" y="4414459"/>
              <a:ext cx="2103120" cy="2103120"/>
            </a:xfrm>
            <a:prstGeom prst="rect">
              <a:avLst/>
            </a:prstGeom>
          </p:spPr>
          <p:txBody>
            <a:bodyPr wrap="square">
              <a:noAutofit/>
            </a:bodyPr>
            <a:lstStyle/>
            <a:p>
              <a:pPr>
                <a:spcAft>
                  <a:spcPts val="600"/>
                </a:spcAft>
              </a:pPr>
              <a:r>
                <a:rPr lang="en-US" sz="1000" b="1" i="0" dirty="0">
                  <a:solidFill>
                    <a:schemeClr val="tx1">
                      <a:lumMod val="75000"/>
                      <a:lumOff val="25000"/>
                    </a:schemeClr>
                  </a:solidFill>
                  <a:effectLst/>
                  <a:ea typeface="Roboto Light" panose="02000000000000000000" pitchFamily="2" charset="0"/>
                </a:rPr>
                <a:t>Pre-production: </a:t>
              </a:r>
              <a:r>
                <a:rPr lang="en-US" sz="1000" i="0" dirty="0">
                  <a:solidFill>
                    <a:schemeClr val="tx1">
                      <a:lumMod val="75000"/>
                      <a:lumOff val="25000"/>
                    </a:schemeClr>
                  </a:solidFill>
                  <a:effectLst/>
                  <a:ea typeface="Roboto Light" panose="02000000000000000000" pitchFamily="2" charset="0"/>
                </a:rPr>
                <a:t>Favor positive-emotion and balanced/organic mixes.</a:t>
              </a:r>
            </a:p>
            <a:p>
              <a:pPr>
                <a:spcAft>
                  <a:spcPts val="600"/>
                </a:spcAft>
              </a:pPr>
              <a:r>
                <a:rPr lang="en-US" sz="1000" b="1" i="0" dirty="0">
                  <a:solidFill>
                    <a:schemeClr val="tx1">
                      <a:lumMod val="75000"/>
                      <a:lumOff val="25000"/>
                    </a:schemeClr>
                  </a:solidFill>
                  <a:effectLst/>
                  <a:ea typeface="Roboto Light" panose="02000000000000000000" pitchFamily="2" charset="0"/>
                </a:rPr>
                <a:t>Post-production: </a:t>
              </a:r>
              <a:r>
                <a:rPr lang="en-US" sz="1000" i="0" dirty="0">
                  <a:solidFill>
                    <a:schemeClr val="tx1">
                      <a:lumMod val="75000"/>
                      <a:lumOff val="25000"/>
                    </a:schemeClr>
                  </a:solidFill>
                  <a:effectLst/>
                  <a:ea typeface="Roboto Light" panose="02000000000000000000" pitchFamily="2" charset="0"/>
                </a:rPr>
                <a:t>Leverage early streaming traction (Popularity + Playlist presence) as actionable hit signals.</a:t>
              </a:r>
            </a:p>
            <a:p>
              <a:pPr>
                <a:spcAft>
                  <a:spcPts val="600"/>
                </a:spcAft>
              </a:pPr>
              <a:r>
                <a:rPr lang="en-US" sz="1000" b="1" dirty="0">
                  <a:solidFill>
                    <a:schemeClr val="tx1">
                      <a:lumMod val="75000"/>
                      <a:lumOff val="25000"/>
                    </a:schemeClr>
                  </a:solidFill>
                  <a:ea typeface="Roboto Light" panose="02000000000000000000" pitchFamily="2" charset="0"/>
                </a:rPr>
                <a:t>Strategy: </a:t>
              </a:r>
              <a:r>
                <a:rPr lang="en-US" sz="1000" dirty="0">
                  <a:solidFill>
                    <a:schemeClr val="tx1">
                      <a:lumMod val="75000"/>
                      <a:lumOff val="25000"/>
                    </a:schemeClr>
                  </a:solidFill>
                  <a:ea typeface="Roboto Light" panose="02000000000000000000" pitchFamily="2" charset="0"/>
                </a:rPr>
                <a:t>Partner with streaming platforms – </a:t>
              </a:r>
              <a:r>
                <a:rPr lang="en-US" sz="1000" dirty="0"/>
                <a:t>early exposure drives hits</a:t>
              </a:r>
              <a:r>
                <a:rPr lang="en-US" sz="1000" dirty="0">
                  <a:solidFill>
                    <a:schemeClr val="tx1">
                      <a:lumMod val="75000"/>
                      <a:lumOff val="25000"/>
                    </a:schemeClr>
                  </a:solidFill>
                  <a:ea typeface="Roboto Light" panose="02000000000000000000" pitchFamily="2" charset="0"/>
                </a:rPr>
                <a:t>.</a:t>
              </a:r>
              <a:endParaRPr lang="en-US" sz="1000" i="0" dirty="0">
                <a:solidFill>
                  <a:schemeClr val="tx1">
                    <a:lumMod val="75000"/>
                    <a:lumOff val="25000"/>
                  </a:schemeClr>
                </a:solidFill>
                <a:effectLst/>
                <a:ea typeface="Roboto Light" panose="02000000000000000000" pitchFamily="2" charset="0"/>
              </a:endParaRPr>
            </a:p>
          </p:txBody>
        </p:sp>
        <p:sp>
          <p:nvSpPr>
            <p:cNvPr id="28" name="Rectangle 27">
              <a:extLst>
                <a:ext uri="{FF2B5EF4-FFF2-40B4-BE49-F238E27FC236}">
                  <a16:creationId xmlns:a16="http://schemas.microsoft.com/office/drawing/2014/main" id="{15CABBA5-9B07-A385-DCC3-212D3AF697A2}"/>
                </a:ext>
              </a:extLst>
            </p:cNvPr>
            <p:cNvSpPr/>
            <p:nvPr/>
          </p:nvSpPr>
          <p:spPr>
            <a:xfrm>
              <a:off x="3239661" y="4039560"/>
              <a:ext cx="2103120" cy="276999"/>
            </a:xfrm>
            <a:prstGeom prst="rect">
              <a:avLst/>
            </a:prstGeom>
          </p:spPr>
          <p:txBody>
            <a:bodyPr wrap="square">
              <a:spAutoFit/>
            </a:bodyPr>
            <a:lstStyle/>
            <a:p>
              <a:r>
                <a:rPr lang="en-US" sz="1200" b="1" dirty="0">
                  <a:solidFill>
                    <a:schemeClr val="accent4"/>
                  </a:solidFill>
                </a:rPr>
                <a:t>Business Implications</a:t>
              </a:r>
              <a:endParaRPr lang="en-US" sz="1200" b="1" dirty="0">
                <a:solidFill>
                  <a:schemeClr val="accent4"/>
                </a:solidFill>
                <a:ea typeface="Roboto" pitchFamily="2" charset="0"/>
              </a:endParaRPr>
            </a:p>
          </p:txBody>
        </p:sp>
      </p:grpSp>
      <p:grpSp>
        <p:nvGrpSpPr>
          <p:cNvPr id="29" name="Group 28">
            <a:extLst>
              <a:ext uri="{FF2B5EF4-FFF2-40B4-BE49-F238E27FC236}">
                <a16:creationId xmlns:a16="http://schemas.microsoft.com/office/drawing/2014/main" id="{A1A1E51F-7FEF-4CD9-DB99-98736F305296}"/>
              </a:ext>
            </a:extLst>
          </p:cNvPr>
          <p:cNvGrpSpPr/>
          <p:nvPr/>
        </p:nvGrpSpPr>
        <p:grpSpPr>
          <a:xfrm>
            <a:off x="8063948" y="3533619"/>
            <a:ext cx="2308298" cy="2478020"/>
            <a:chOff x="5150458" y="4247881"/>
            <a:chExt cx="2308298" cy="2478020"/>
          </a:xfrm>
        </p:grpSpPr>
        <p:sp>
          <p:nvSpPr>
            <p:cNvPr id="30" name="Rectangle 29">
              <a:extLst>
                <a:ext uri="{FF2B5EF4-FFF2-40B4-BE49-F238E27FC236}">
                  <a16:creationId xmlns:a16="http://schemas.microsoft.com/office/drawing/2014/main" id="{52EDB174-6C8E-0BE2-460C-C62B9B8EF087}"/>
                </a:ext>
              </a:extLst>
            </p:cNvPr>
            <p:cNvSpPr/>
            <p:nvPr/>
          </p:nvSpPr>
          <p:spPr>
            <a:xfrm>
              <a:off x="5150458" y="4622781"/>
              <a:ext cx="2195909" cy="2103120"/>
            </a:xfrm>
            <a:prstGeom prst="rect">
              <a:avLst/>
            </a:prstGeom>
          </p:spPr>
          <p:txBody>
            <a:bodyPr wrap="square">
              <a:noAutofit/>
            </a:bodyPr>
            <a:lstStyle/>
            <a:p>
              <a:pPr>
                <a:spcAft>
                  <a:spcPts val="600"/>
                </a:spcAft>
              </a:pPr>
              <a:r>
                <a:rPr lang="en-US" sz="1000" b="1" dirty="0"/>
                <a:t>Hit class imbalance limits recall:</a:t>
              </a:r>
              <a:r>
                <a:rPr lang="en-US" sz="1000" dirty="0"/>
                <a:t> Future models could improve via sampling/SMOTE or more advanced methods.</a:t>
              </a:r>
            </a:p>
            <a:p>
              <a:pPr>
                <a:spcAft>
                  <a:spcPts val="600"/>
                </a:spcAft>
              </a:pPr>
              <a:r>
                <a:rPr lang="en-US" sz="1000" b="1" dirty="0"/>
                <a:t>Additional data: </a:t>
              </a:r>
              <a:r>
                <a:rPr lang="en-US" sz="1000" dirty="0"/>
                <a:t>Radio plays, TikTok metrics, lyrical embeddings could enhance prediction accuracy.</a:t>
              </a:r>
              <a:endParaRPr lang="en-US" sz="1000" dirty="0">
                <a:solidFill>
                  <a:schemeClr val="tx1">
                    <a:lumMod val="75000"/>
                    <a:lumOff val="25000"/>
                  </a:schemeClr>
                </a:solidFill>
                <a:ea typeface="Roboto Light" panose="02000000000000000000" pitchFamily="2" charset="0"/>
              </a:endParaRPr>
            </a:p>
            <a:p>
              <a:pPr>
                <a:spcAft>
                  <a:spcPts val="600"/>
                </a:spcAft>
              </a:pPr>
              <a:r>
                <a:rPr lang="en-US" sz="1000" b="1" dirty="0"/>
                <a:t>Advanced Models: </a:t>
              </a:r>
              <a:r>
                <a:rPr lang="en-US" sz="1000" dirty="0"/>
                <a:t>Regularized models or ensemble methods (RF, </a:t>
              </a:r>
              <a:r>
                <a:rPr lang="en-US" sz="1000" dirty="0" err="1"/>
                <a:t>XGBoost</a:t>
              </a:r>
              <a:r>
                <a:rPr lang="en-US" sz="1000" dirty="0"/>
                <a:t>) could yield stronger performance.</a:t>
              </a:r>
            </a:p>
          </p:txBody>
        </p:sp>
        <p:sp>
          <p:nvSpPr>
            <p:cNvPr id="31" name="Rectangle 30">
              <a:extLst>
                <a:ext uri="{FF2B5EF4-FFF2-40B4-BE49-F238E27FC236}">
                  <a16:creationId xmlns:a16="http://schemas.microsoft.com/office/drawing/2014/main" id="{B4F3D25A-56F8-01B2-B497-E12C290BE519}"/>
                </a:ext>
              </a:extLst>
            </p:cNvPr>
            <p:cNvSpPr/>
            <p:nvPr/>
          </p:nvSpPr>
          <p:spPr>
            <a:xfrm>
              <a:off x="5150458" y="4247881"/>
              <a:ext cx="2308298" cy="276999"/>
            </a:xfrm>
            <a:prstGeom prst="rect">
              <a:avLst/>
            </a:prstGeom>
          </p:spPr>
          <p:txBody>
            <a:bodyPr wrap="square">
              <a:spAutoFit/>
            </a:bodyPr>
            <a:lstStyle/>
            <a:p>
              <a:r>
                <a:rPr lang="en-US" sz="1200" b="1" dirty="0">
                  <a:solidFill>
                    <a:schemeClr val="tx2"/>
                  </a:solidFill>
                </a:rPr>
                <a:t>Limitations &amp; Opportunities</a:t>
              </a:r>
              <a:endParaRPr lang="en-US" sz="1200" b="1" dirty="0">
                <a:solidFill>
                  <a:schemeClr val="tx2"/>
                </a:solidFill>
                <a:ea typeface="Roboto" pitchFamily="2" charset="0"/>
              </a:endParaRPr>
            </a:p>
          </p:txBody>
        </p:sp>
      </p:grpSp>
      <p:sp>
        <p:nvSpPr>
          <p:cNvPr id="32" name="Freeform: Shape 15">
            <a:extLst>
              <a:ext uri="{FF2B5EF4-FFF2-40B4-BE49-F238E27FC236}">
                <a16:creationId xmlns:a16="http://schemas.microsoft.com/office/drawing/2014/main" id="{918BCD8D-0382-7170-7B27-E9B344F21D9D}"/>
              </a:ext>
            </a:extLst>
          </p:cNvPr>
          <p:cNvSpPr/>
          <p:nvPr/>
        </p:nvSpPr>
        <p:spPr>
          <a:xfrm rot="18900000">
            <a:off x="2370512" y="1721484"/>
            <a:ext cx="2032986" cy="1463040"/>
          </a:xfrm>
          <a:custGeom>
            <a:avLst/>
            <a:gdLst>
              <a:gd name="connsiteX0" fmla="*/ 731520 w 2032986"/>
              <a:gd name="connsiteY0" fmla="*/ 0 h 1463040"/>
              <a:gd name="connsiteX1" fmla="*/ 1405554 w 2032986"/>
              <a:gd name="connsiteY1" fmla="*/ 446780 h 1463040"/>
              <a:gd name="connsiteX2" fmla="*/ 1422981 w 2032986"/>
              <a:gd name="connsiteY2" fmla="*/ 502920 h 1463040"/>
              <a:gd name="connsiteX3" fmla="*/ 1575786 w 2032986"/>
              <a:gd name="connsiteY3" fmla="*/ 502920 h 1463040"/>
              <a:gd name="connsiteX4" fmla="*/ 1575786 w 2032986"/>
              <a:gd name="connsiteY4" fmla="*/ 274320 h 1463040"/>
              <a:gd name="connsiteX5" fmla="*/ 2032986 w 2032986"/>
              <a:gd name="connsiteY5" fmla="*/ 731520 h 1463040"/>
              <a:gd name="connsiteX6" fmla="*/ 1575786 w 2032986"/>
              <a:gd name="connsiteY6" fmla="*/ 1188720 h 1463040"/>
              <a:gd name="connsiteX7" fmla="*/ 1575786 w 2032986"/>
              <a:gd name="connsiteY7" fmla="*/ 960120 h 1463040"/>
              <a:gd name="connsiteX8" fmla="*/ 1422981 w 2032986"/>
              <a:gd name="connsiteY8" fmla="*/ 960120 h 1463040"/>
              <a:gd name="connsiteX9" fmla="*/ 1405554 w 2032986"/>
              <a:gd name="connsiteY9" fmla="*/ 1016261 h 1463040"/>
              <a:gd name="connsiteX10" fmla="*/ 731520 w 2032986"/>
              <a:gd name="connsiteY10" fmla="*/ 1463040 h 1463040"/>
              <a:gd name="connsiteX11" fmla="*/ 0 w 2032986"/>
              <a:gd name="connsiteY11" fmla="*/ 731520 h 1463040"/>
              <a:gd name="connsiteX12" fmla="*/ 731520 w 2032986"/>
              <a:gd name="connsiteY12" fmla="*/ 0 h 1463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32986" h="1463040">
                <a:moveTo>
                  <a:pt x="731520" y="0"/>
                </a:moveTo>
                <a:cubicBezTo>
                  <a:pt x="1034525" y="0"/>
                  <a:pt x="1294503" y="184226"/>
                  <a:pt x="1405554" y="446780"/>
                </a:cubicBezTo>
                <a:lnTo>
                  <a:pt x="1422981" y="502920"/>
                </a:lnTo>
                <a:lnTo>
                  <a:pt x="1575786" y="502920"/>
                </a:lnTo>
                <a:lnTo>
                  <a:pt x="1575786" y="274320"/>
                </a:lnTo>
                <a:lnTo>
                  <a:pt x="2032986" y="731520"/>
                </a:lnTo>
                <a:lnTo>
                  <a:pt x="1575786" y="1188720"/>
                </a:lnTo>
                <a:lnTo>
                  <a:pt x="1575786" y="960120"/>
                </a:lnTo>
                <a:lnTo>
                  <a:pt x="1422981" y="960120"/>
                </a:lnTo>
                <a:lnTo>
                  <a:pt x="1405554" y="1016261"/>
                </a:lnTo>
                <a:cubicBezTo>
                  <a:pt x="1294503" y="1278814"/>
                  <a:pt x="1034525" y="1463040"/>
                  <a:pt x="731520" y="1463040"/>
                </a:cubicBezTo>
                <a:cubicBezTo>
                  <a:pt x="327513" y="1463040"/>
                  <a:pt x="0" y="1135527"/>
                  <a:pt x="0" y="731520"/>
                </a:cubicBezTo>
                <a:cubicBezTo>
                  <a:pt x="0" y="327513"/>
                  <a:pt x="327513" y="0"/>
                  <a:pt x="731520" y="0"/>
                </a:cubicBezTo>
                <a:close/>
              </a:path>
            </a:pathLst>
          </a:custGeom>
          <a:noFill/>
          <a:ln w="1905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33" name="Oval 32">
            <a:extLst>
              <a:ext uri="{FF2B5EF4-FFF2-40B4-BE49-F238E27FC236}">
                <a16:creationId xmlns:a16="http://schemas.microsoft.com/office/drawing/2014/main" id="{0FAE1698-61B3-ECD2-F3E8-C27F65C686E8}"/>
              </a:ext>
            </a:extLst>
          </p:cNvPr>
          <p:cNvSpPr/>
          <p:nvPr/>
        </p:nvSpPr>
        <p:spPr>
          <a:xfrm>
            <a:off x="2565820" y="2027155"/>
            <a:ext cx="1233996" cy="1233996"/>
          </a:xfrm>
          <a:prstGeom prst="ellipse">
            <a:avLst/>
          </a:prstGeom>
          <a:solidFill>
            <a:schemeClr val="accent6">
              <a:alpha val="30000"/>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34" name="TextBox 33">
            <a:extLst>
              <a:ext uri="{FF2B5EF4-FFF2-40B4-BE49-F238E27FC236}">
                <a16:creationId xmlns:a16="http://schemas.microsoft.com/office/drawing/2014/main" id="{840353F8-08AC-ADCE-BDCA-41B1818F4C7A}"/>
              </a:ext>
            </a:extLst>
          </p:cNvPr>
          <p:cNvSpPr txBox="1"/>
          <p:nvPr/>
        </p:nvSpPr>
        <p:spPr>
          <a:xfrm>
            <a:off x="3652053" y="1807487"/>
            <a:ext cx="420624" cy="338554"/>
          </a:xfrm>
          <a:prstGeom prst="rect">
            <a:avLst/>
          </a:prstGeom>
          <a:noFill/>
        </p:spPr>
        <p:txBody>
          <a:bodyPr wrap="square" rtlCol="0">
            <a:spAutoFit/>
          </a:bodyPr>
          <a:lstStyle/>
          <a:p>
            <a:r>
              <a:rPr lang="en-US" sz="1600" b="1">
                <a:solidFill>
                  <a:schemeClr val="bg1">
                    <a:lumMod val="50000"/>
                  </a:schemeClr>
                </a:solidFill>
              </a:rPr>
              <a:t>01</a:t>
            </a:r>
          </a:p>
        </p:txBody>
      </p:sp>
      <p:sp>
        <p:nvSpPr>
          <p:cNvPr id="35" name="Freeform: Shape 22">
            <a:extLst>
              <a:ext uri="{FF2B5EF4-FFF2-40B4-BE49-F238E27FC236}">
                <a16:creationId xmlns:a16="http://schemas.microsoft.com/office/drawing/2014/main" id="{23D34F7F-D19A-4187-4799-7306DD4832A5}"/>
              </a:ext>
            </a:extLst>
          </p:cNvPr>
          <p:cNvSpPr/>
          <p:nvPr/>
        </p:nvSpPr>
        <p:spPr>
          <a:xfrm rot="2700000">
            <a:off x="5079507" y="1912633"/>
            <a:ext cx="2032986" cy="1463040"/>
          </a:xfrm>
          <a:custGeom>
            <a:avLst/>
            <a:gdLst>
              <a:gd name="connsiteX0" fmla="*/ 731520 w 2032986"/>
              <a:gd name="connsiteY0" fmla="*/ 0 h 1463040"/>
              <a:gd name="connsiteX1" fmla="*/ 1405554 w 2032986"/>
              <a:gd name="connsiteY1" fmla="*/ 446780 h 1463040"/>
              <a:gd name="connsiteX2" fmla="*/ 1422981 w 2032986"/>
              <a:gd name="connsiteY2" fmla="*/ 502920 h 1463040"/>
              <a:gd name="connsiteX3" fmla="*/ 1575786 w 2032986"/>
              <a:gd name="connsiteY3" fmla="*/ 502920 h 1463040"/>
              <a:gd name="connsiteX4" fmla="*/ 1575786 w 2032986"/>
              <a:gd name="connsiteY4" fmla="*/ 274320 h 1463040"/>
              <a:gd name="connsiteX5" fmla="*/ 2032986 w 2032986"/>
              <a:gd name="connsiteY5" fmla="*/ 731520 h 1463040"/>
              <a:gd name="connsiteX6" fmla="*/ 1575786 w 2032986"/>
              <a:gd name="connsiteY6" fmla="*/ 1188720 h 1463040"/>
              <a:gd name="connsiteX7" fmla="*/ 1575786 w 2032986"/>
              <a:gd name="connsiteY7" fmla="*/ 960120 h 1463040"/>
              <a:gd name="connsiteX8" fmla="*/ 1422981 w 2032986"/>
              <a:gd name="connsiteY8" fmla="*/ 960120 h 1463040"/>
              <a:gd name="connsiteX9" fmla="*/ 1405554 w 2032986"/>
              <a:gd name="connsiteY9" fmla="*/ 1016261 h 1463040"/>
              <a:gd name="connsiteX10" fmla="*/ 731520 w 2032986"/>
              <a:gd name="connsiteY10" fmla="*/ 1463040 h 1463040"/>
              <a:gd name="connsiteX11" fmla="*/ 0 w 2032986"/>
              <a:gd name="connsiteY11" fmla="*/ 731520 h 1463040"/>
              <a:gd name="connsiteX12" fmla="*/ 731520 w 2032986"/>
              <a:gd name="connsiteY12" fmla="*/ 0 h 1463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32986" h="1463040">
                <a:moveTo>
                  <a:pt x="731520" y="0"/>
                </a:moveTo>
                <a:cubicBezTo>
                  <a:pt x="1034525" y="0"/>
                  <a:pt x="1294503" y="184226"/>
                  <a:pt x="1405554" y="446780"/>
                </a:cubicBezTo>
                <a:lnTo>
                  <a:pt x="1422981" y="502920"/>
                </a:lnTo>
                <a:lnTo>
                  <a:pt x="1575786" y="502920"/>
                </a:lnTo>
                <a:lnTo>
                  <a:pt x="1575786" y="274320"/>
                </a:lnTo>
                <a:lnTo>
                  <a:pt x="2032986" y="731520"/>
                </a:lnTo>
                <a:lnTo>
                  <a:pt x="1575786" y="1188720"/>
                </a:lnTo>
                <a:lnTo>
                  <a:pt x="1575786" y="960120"/>
                </a:lnTo>
                <a:lnTo>
                  <a:pt x="1422981" y="960120"/>
                </a:lnTo>
                <a:lnTo>
                  <a:pt x="1405554" y="1016261"/>
                </a:lnTo>
                <a:cubicBezTo>
                  <a:pt x="1294503" y="1278814"/>
                  <a:pt x="1034525" y="1463040"/>
                  <a:pt x="731520" y="1463040"/>
                </a:cubicBezTo>
                <a:cubicBezTo>
                  <a:pt x="327513" y="1463040"/>
                  <a:pt x="0" y="1135527"/>
                  <a:pt x="0" y="731520"/>
                </a:cubicBezTo>
                <a:cubicBezTo>
                  <a:pt x="0" y="327513"/>
                  <a:pt x="327513" y="0"/>
                  <a:pt x="731520" y="0"/>
                </a:cubicBezTo>
                <a:close/>
              </a:path>
            </a:pathLst>
          </a:custGeom>
          <a:noFill/>
          <a:ln w="19050">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36" name="Oval 35">
            <a:extLst>
              <a:ext uri="{FF2B5EF4-FFF2-40B4-BE49-F238E27FC236}">
                <a16:creationId xmlns:a16="http://schemas.microsoft.com/office/drawing/2014/main" id="{2443B86E-564B-32E1-7E77-41F2D4850885}"/>
              </a:ext>
            </a:extLst>
          </p:cNvPr>
          <p:cNvSpPr/>
          <p:nvPr/>
        </p:nvSpPr>
        <p:spPr>
          <a:xfrm>
            <a:off x="5278886" y="1819018"/>
            <a:ext cx="1233996" cy="1233996"/>
          </a:xfrm>
          <a:prstGeom prst="ellipse">
            <a:avLst/>
          </a:prstGeom>
          <a:solidFill>
            <a:schemeClr val="accent3">
              <a:alpha val="30000"/>
            </a:scheme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37" name="TextBox 36">
            <a:extLst>
              <a:ext uri="{FF2B5EF4-FFF2-40B4-BE49-F238E27FC236}">
                <a16:creationId xmlns:a16="http://schemas.microsoft.com/office/drawing/2014/main" id="{499B6631-83A0-98BA-72EC-E17B5A9456CB}"/>
              </a:ext>
            </a:extLst>
          </p:cNvPr>
          <p:cNvSpPr txBox="1"/>
          <p:nvPr/>
        </p:nvSpPr>
        <p:spPr>
          <a:xfrm>
            <a:off x="6347960" y="2914809"/>
            <a:ext cx="498967" cy="338554"/>
          </a:xfrm>
          <a:prstGeom prst="rect">
            <a:avLst/>
          </a:prstGeom>
          <a:noFill/>
        </p:spPr>
        <p:txBody>
          <a:bodyPr wrap="square" rtlCol="0">
            <a:spAutoFit/>
          </a:bodyPr>
          <a:lstStyle/>
          <a:p>
            <a:r>
              <a:rPr lang="en-US" sz="1600" b="1">
                <a:solidFill>
                  <a:schemeClr val="bg1">
                    <a:lumMod val="50000"/>
                  </a:schemeClr>
                </a:solidFill>
              </a:rPr>
              <a:t>02</a:t>
            </a:r>
          </a:p>
        </p:txBody>
      </p:sp>
      <p:sp>
        <p:nvSpPr>
          <p:cNvPr id="38" name="Oval 37">
            <a:extLst>
              <a:ext uri="{FF2B5EF4-FFF2-40B4-BE49-F238E27FC236}">
                <a16:creationId xmlns:a16="http://schemas.microsoft.com/office/drawing/2014/main" id="{1A9C73EF-B63C-C0F7-E3B8-C25365C0DCE5}"/>
              </a:ext>
            </a:extLst>
          </p:cNvPr>
          <p:cNvSpPr/>
          <p:nvPr/>
        </p:nvSpPr>
        <p:spPr>
          <a:xfrm>
            <a:off x="8293843" y="2027155"/>
            <a:ext cx="1233996" cy="1233996"/>
          </a:xfrm>
          <a:prstGeom prst="ellipse">
            <a:avLst/>
          </a:prstGeom>
          <a:solidFill>
            <a:srgbClr val="8E5DB4">
              <a:alpha val="30000"/>
            </a:srgbClr>
          </a:solidFill>
          <a:ln>
            <a:noFill/>
          </a:ln>
          <a:effectLst>
            <a:outerShdw blurRad="203200" dist="3810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39" name="Freeform: Shape 25">
            <a:extLst>
              <a:ext uri="{FF2B5EF4-FFF2-40B4-BE49-F238E27FC236}">
                <a16:creationId xmlns:a16="http://schemas.microsoft.com/office/drawing/2014/main" id="{EAE16507-0686-AA90-EE7A-1B4506BF28B4}"/>
              </a:ext>
            </a:extLst>
          </p:cNvPr>
          <p:cNvSpPr/>
          <p:nvPr/>
        </p:nvSpPr>
        <p:spPr>
          <a:xfrm rot="18900000">
            <a:off x="8098535" y="1721274"/>
            <a:ext cx="2032986" cy="1463040"/>
          </a:xfrm>
          <a:custGeom>
            <a:avLst/>
            <a:gdLst>
              <a:gd name="connsiteX0" fmla="*/ 731520 w 2032986"/>
              <a:gd name="connsiteY0" fmla="*/ 0 h 1463040"/>
              <a:gd name="connsiteX1" fmla="*/ 1405554 w 2032986"/>
              <a:gd name="connsiteY1" fmla="*/ 446780 h 1463040"/>
              <a:gd name="connsiteX2" fmla="*/ 1422981 w 2032986"/>
              <a:gd name="connsiteY2" fmla="*/ 502920 h 1463040"/>
              <a:gd name="connsiteX3" fmla="*/ 1575786 w 2032986"/>
              <a:gd name="connsiteY3" fmla="*/ 502920 h 1463040"/>
              <a:gd name="connsiteX4" fmla="*/ 1575786 w 2032986"/>
              <a:gd name="connsiteY4" fmla="*/ 274320 h 1463040"/>
              <a:gd name="connsiteX5" fmla="*/ 2032986 w 2032986"/>
              <a:gd name="connsiteY5" fmla="*/ 731520 h 1463040"/>
              <a:gd name="connsiteX6" fmla="*/ 1575786 w 2032986"/>
              <a:gd name="connsiteY6" fmla="*/ 1188720 h 1463040"/>
              <a:gd name="connsiteX7" fmla="*/ 1575786 w 2032986"/>
              <a:gd name="connsiteY7" fmla="*/ 960120 h 1463040"/>
              <a:gd name="connsiteX8" fmla="*/ 1422981 w 2032986"/>
              <a:gd name="connsiteY8" fmla="*/ 960120 h 1463040"/>
              <a:gd name="connsiteX9" fmla="*/ 1405554 w 2032986"/>
              <a:gd name="connsiteY9" fmla="*/ 1016261 h 1463040"/>
              <a:gd name="connsiteX10" fmla="*/ 731520 w 2032986"/>
              <a:gd name="connsiteY10" fmla="*/ 1463040 h 1463040"/>
              <a:gd name="connsiteX11" fmla="*/ 0 w 2032986"/>
              <a:gd name="connsiteY11" fmla="*/ 731520 h 1463040"/>
              <a:gd name="connsiteX12" fmla="*/ 731520 w 2032986"/>
              <a:gd name="connsiteY12" fmla="*/ 0 h 1463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32986" h="1463040">
                <a:moveTo>
                  <a:pt x="731520" y="0"/>
                </a:moveTo>
                <a:cubicBezTo>
                  <a:pt x="1034525" y="0"/>
                  <a:pt x="1294503" y="184226"/>
                  <a:pt x="1405554" y="446780"/>
                </a:cubicBezTo>
                <a:lnTo>
                  <a:pt x="1422981" y="502920"/>
                </a:lnTo>
                <a:lnTo>
                  <a:pt x="1575786" y="502920"/>
                </a:lnTo>
                <a:lnTo>
                  <a:pt x="1575786" y="274320"/>
                </a:lnTo>
                <a:lnTo>
                  <a:pt x="2032986" y="731520"/>
                </a:lnTo>
                <a:lnTo>
                  <a:pt x="1575786" y="1188720"/>
                </a:lnTo>
                <a:lnTo>
                  <a:pt x="1575786" y="960120"/>
                </a:lnTo>
                <a:lnTo>
                  <a:pt x="1422981" y="960120"/>
                </a:lnTo>
                <a:lnTo>
                  <a:pt x="1405554" y="1016261"/>
                </a:lnTo>
                <a:cubicBezTo>
                  <a:pt x="1294503" y="1278814"/>
                  <a:pt x="1034525" y="1463040"/>
                  <a:pt x="731520" y="1463040"/>
                </a:cubicBezTo>
                <a:cubicBezTo>
                  <a:pt x="327513" y="1463040"/>
                  <a:pt x="0" y="1135527"/>
                  <a:pt x="0" y="731520"/>
                </a:cubicBezTo>
                <a:cubicBezTo>
                  <a:pt x="0" y="327513"/>
                  <a:pt x="327513" y="0"/>
                  <a:pt x="731520" y="0"/>
                </a:cubicBezTo>
                <a:close/>
              </a:path>
            </a:pathLst>
          </a:custGeom>
          <a:noFill/>
          <a:ln w="1905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40" name="TextBox 39">
            <a:extLst>
              <a:ext uri="{FF2B5EF4-FFF2-40B4-BE49-F238E27FC236}">
                <a16:creationId xmlns:a16="http://schemas.microsoft.com/office/drawing/2014/main" id="{0A5C01D2-3B5B-F301-6630-3A4A1842E191}"/>
              </a:ext>
            </a:extLst>
          </p:cNvPr>
          <p:cNvSpPr txBox="1"/>
          <p:nvPr/>
        </p:nvSpPr>
        <p:spPr>
          <a:xfrm>
            <a:off x="9342828" y="1807278"/>
            <a:ext cx="550943" cy="338554"/>
          </a:xfrm>
          <a:prstGeom prst="rect">
            <a:avLst/>
          </a:prstGeom>
          <a:noFill/>
        </p:spPr>
        <p:txBody>
          <a:bodyPr wrap="square" rtlCol="0">
            <a:spAutoFit/>
          </a:bodyPr>
          <a:lstStyle/>
          <a:p>
            <a:r>
              <a:rPr lang="en-US" sz="1600" b="1">
                <a:solidFill>
                  <a:schemeClr val="bg1">
                    <a:lumMod val="50000"/>
                  </a:schemeClr>
                </a:solidFill>
              </a:rPr>
              <a:t>03</a:t>
            </a:r>
          </a:p>
        </p:txBody>
      </p:sp>
      <p:pic>
        <p:nvPicPr>
          <p:cNvPr id="41" name="Graphic 40" descr="Play with solid fill">
            <a:extLst>
              <a:ext uri="{FF2B5EF4-FFF2-40B4-BE49-F238E27FC236}">
                <a16:creationId xmlns:a16="http://schemas.microsoft.com/office/drawing/2014/main" id="{C5498B7F-344F-1CD9-E2C7-A6AEA137B3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73762" y="2415553"/>
            <a:ext cx="457200" cy="457200"/>
          </a:xfrm>
          <a:prstGeom prst="rect">
            <a:avLst/>
          </a:prstGeom>
        </p:spPr>
      </p:pic>
      <p:pic>
        <p:nvPicPr>
          <p:cNvPr id="42" name="Graphic 41" descr="Database with solid fill">
            <a:extLst>
              <a:ext uri="{FF2B5EF4-FFF2-40B4-BE49-F238E27FC236}">
                <a16:creationId xmlns:a16="http://schemas.microsoft.com/office/drawing/2014/main" id="{CFB0A457-DB3C-5F01-D801-04A32EFEBD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82757" y="2246287"/>
            <a:ext cx="457200" cy="457200"/>
          </a:xfrm>
          <a:prstGeom prst="rect">
            <a:avLst/>
          </a:prstGeom>
        </p:spPr>
      </p:pic>
      <p:pic>
        <p:nvPicPr>
          <p:cNvPr id="43" name="Graphic 42" descr="Bar graph with upward trend with solid fill">
            <a:extLst>
              <a:ext uri="{FF2B5EF4-FFF2-40B4-BE49-F238E27FC236}">
                <a16:creationId xmlns:a16="http://schemas.microsoft.com/office/drawing/2014/main" id="{84E7CBA6-9CE6-2C2C-A3C7-52179362D83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77490" y="2415553"/>
            <a:ext cx="457200" cy="457200"/>
          </a:xfrm>
          <a:prstGeom prst="rect">
            <a:avLst/>
          </a:prstGeom>
        </p:spPr>
      </p:pic>
    </p:spTree>
    <p:extLst>
      <p:ext uri="{BB962C8B-B14F-4D97-AF65-F5344CB8AC3E}">
        <p14:creationId xmlns:p14="http://schemas.microsoft.com/office/powerpoint/2010/main" val="2669237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1C00D6-D798-27C0-B690-09455CEDC4D1}"/>
              </a:ext>
            </a:extLst>
          </p:cNvPr>
          <p:cNvSpPr>
            <a:spLocks noGrp="1"/>
          </p:cNvSpPr>
          <p:nvPr>
            <p:ph type="ctrTitle"/>
          </p:nvPr>
        </p:nvSpPr>
        <p:spPr>
          <a:xfrm>
            <a:off x="2536628" y="2565011"/>
            <a:ext cx="3779196" cy="705642"/>
          </a:xfrm>
        </p:spPr>
        <p:txBody>
          <a:bodyPr/>
          <a:lstStyle/>
          <a:p>
            <a:r>
              <a:rPr lang="en-US" dirty="0"/>
              <a:t>Thank you!</a:t>
            </a:r>
          </a:p>
        </p:txBody>
      </p:sp>
    </p:spTree>
    <p:extLst>
      <p:ext uri="{BB962C8B-B14F-4D97-AF65-F5344CB8AC3E}">
        <p14:creationId xmlns:p14="http://schemas.microsoft.com/office/powerpoint/2010/main" val="1561267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74A26-90AA-5FFF-76AE-680CDBA3EBAB}"/>
              </a:ext>
            </a:extLst>
          </p:cNvPr>
          <p:cNvSpPr>
            <a:spLocks noGrp="1"/>
          </p:cNvSpPr>
          <p:nvPr>
            <p:ph type="title"/>
          </p:nvPr>
        </p:nvSpPr>
        <p:spPr/>
        <p:txBody>
          <a:bodyPr/>
          <a:lstStyle/>
          <a:p>
            <a:r>
              <a:rPr lang="en-US" dirty="0"/>
              <a:t>Decision Tree</a:t>
            </a:r>
          </a:p>
        </p:txBody>
      </p:sp>
      <p:pic>
        <p:nvPicPr>
          <p:cNvPr id="6" name="Picture 5">
            <a:hlinkClick r:id="rId2" action="ppaction://hlinksldjump"/>
            <a:extLst>
              <a:ext uri="{FF2B5EF4-FFF2-40B4-BE49-F238E27FC236}">
                <a16:creationId xmlns:a16="http://schemas.microsoft.com/office/drawing/2014/main" id="{5552E2D6-139A-D0A9-2CD3-F7D7730E885B}"/>
              </a:ext>
            </a:extLst>
          </p:cNvPr>
          <p:cNvPicPr>
            <a:picLocks noChangeAspect="1"/>
          </p:cNvPicPr>
          <p:nvPr/>
        </p:nvPicPr>
        <p:blipFill>
          <a:blip r:embed="rId3"/>
          <a:stretch>
            <a:fillRect/>
          </a:stretch>
        </p:blipFill>
        <p:spPr>
          <a:xfrm>
            <a:off x="1275944" y="1472573"/>
            <a:ext cx="9769127" cy="4111104"/>
          </a:xfrm>
          <a:prstGeom prst="rect">
            <a:avLst/>
          </a:prstGeom>
        </p:spPr>
      </p:pic>
    </p:spTree>
    <p:extLst>
      <p:ext uri="{BB962C8B-B14F-4D97-AF65-F5344CB8AC3E}">
        <p14:creationId xmlns:p14="http://schemas.microsoft.com/office/powerpoint/2010/main" val="1019564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7676E-6877-1C1B-0CF8-20A92EAE286B}"/>
              </a:ext>
            </a:extLst>
          </p:cNvPr>
          <p:cNvSpPr>
            <a:spLocks noGrp="1"/>
          </p:cNvSpPr>
          <p:nvPr>
            <p:ph type="title"/>
          </p:nvPr>
        </p:nvSpPr>
        <p:spPr/>
        <p:txBody>
          <a:bodyPr/>
          <a:lstStyle/>
          <a:p>
            <a:r>
              <a:rPr lang="en-US" dirty="0"/>
              <a:t>Logistic Regression Statistical Significance &amp; Odds Ratio</a:t>
            </a:r>
          </a:p>
        </p:txBody>
      </p:sp>
      <p:pic>
        <p:nvPicPr>
          <p:cNvPr id="3" name="Picture 2">
            <a:hlinkClick r:id="rId2" action="ppaction://hlinksldjump"/>
            <a:extLst>
              <a:ext uri="{FF2B5EF4-FFF2-40B4-BE49-F238E27FC236}">
                <a16:creationId xmlns:a16="http://schemas.microsoft.com/office/drawing/2014/main" id="{42BCC941-2A15-EA34-BFE6-E0BE53E021BE}"/>
              </a:ext>
            </a:extLst>
          </p:cNvPr>
          <p:cNvPicPr>
            <a:picLocks noChangeAspect="1"/>
          </p:cNvPicPr>
          <p:nvPr/>
        </p:nvPicPr>
        <p:blipFill>
          <a:blip r:embed="rId3"/>
          <a:stretch>
            <a:fillRect/>
          </a:stretch>
        </p:blipFill>
        <p:spPr>
          <a:xfrm>
            <a:off x="838200" y="1199524"/>
            <a:ext cx="6917987" cy="5388747"/>
          </a:xfrm>
          <a:prstGeom prst="rect">
            <a:avLst/>
          </a:prstGeom>
        </p:spPr>
      </p:pic>
    </p:spTree>
    <p:extLst>
      <p:ext uri="{BB962C8B-B14F-4D97-AF65-F5344CB8AC3E}">
        <p14:creationId xmlns:p14="http://schemas.microsoft.com/office/powerpoint/2010/main" val="2122835292"/>
      </p:ext>
    </p:extLst>
  </p:cSld>
  <p:clrMapOvr>
    <a:masterClrMapping/>
  </p:clrMapOvr>
</p:sld>
</file>

<file path=ppt/theme/theme1.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1860</TotalTime>
  <Words>3360</Words>
  <Application>Microsoft Macintosh PowerPoint</Application>
  <PresentationFormat>Widescreen</PresentationFormat>
  <Paragraphs>550</Paragraphs>
  <Slides>16</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JetBrains Mono</vt:lpstr>
      <vt:lpstr>Roboto</vt:lpstr>
      <vt:lpstr>Roboto Light</vt:lpstr>
      <vt:lpstr>Office Theme</vt:lpstr>
      <vt:lpstr>Modeling Hit Potential of Songs: A Data-Driven Approach</vt:lpstr>
      <vt:lpstr>Project Overview &amp; Objective</vt:lpstr>
      <vt:lpstr>Approach &amp; Methodology</vt:lpstr>
      <vt:lpstr>Data Exploration – Summary Stats and Variable Profiling</vt:lpstr>
      <vt:lpstr>Data Exploration – Summary Stats and Variable Profiling</vt:lpstr>
      <vt:lpstr>Data Pre-processing – Outlier and Skewness Treatment</vt:lpstr>
      <vt:lpstr>EDA – Audio &amp; Genre Trends Over the Years</vt:lpstr>
      <vt:lpstr>Feature Engineering &amp; Feature Selection</vt:lpstr>
      <vt:lpstr>Decision Tree - Setup, Approach, and Performance</vt:lpstr>
      <vt:lpstr>Decision Tree – Results, Interpretation, and Insights</vt:lpstr>
      <vt:lpstr>Logistic Regression - Setup, Approach, and Performance</vt:lpstr>
      <vt:lpstr>Logistic Regression – Results, Interpretation, and Insights</vt:lpstr>
      <vt:lpstr>Reflections</vt:lpstr>
      <vt:lpstr>Thank you!</vt:lpstr>
      <vt:lpstr>Decision Tree</vt:lpstr>
      <vt:lpstr>Logistic Regression Statistical Significance &amp; Odds Ratio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Priyadarshan Parida</dc:creator>
  <cp:lastModifiedBy>Priyadarshan Parida</cp:lastModifiedBy>
  <cp:revision>8</cp:revision>
  <dcterms:created xsi:type="dcterms:W3CDTF">2024-04-30T00:29:19Z</dcterms:created>
  <dcterms:modified xsi:type="dcterms:W3CDTF">2025-12-04T01:49:09Z</dcterms:modified>
</cp:coreProperties>
</file>